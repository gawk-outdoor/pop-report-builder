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8"/>
  </p:notesMasterIdLst>
  <p:sldIdLst>
    <p:sldId id="359" r:id="rId5"/>
    <p:sldId id="487" r:id="rId6"/>
    <p:sldId id="484" r:id="rId7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818E29-F3B7-035C-57A2-57FE7BEF51CE}" name="Luke Course" initials="LC" userId="S::luke@gawk.com.au::a6e5a91c-2ed3-4dcd-adbf-4051f69420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oebe Grant" initials="PG" lastIdx="1" clrIdx="0">
    <p:extLst>
      <p:ext uri="{19B8F6BF-5375-455C-9EA6-DF929625EA0E}">
        <p15:presenceInfo xmlns:p15="http://schemas.microsoft.com/office/powerpoint/2012/main" userId="Phoebe Gran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1B42"/>
    <a:srgbClr val="6C4273"/>
    <a:srgbClr val="D7DF23"/>
    <a:srgbClr val="542D54"/>
    <a:srgbClr val="FFFFFF"/>
    <a:srgbClr val="54295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50"/>
    <p:restoredTop sz="96149"/>
  </p:normalViewPr>
  <p:slideViewPr>
    <p:cSldViewPr snapToGrid="0">
      <p:cViewPr varScale="1">
        <p:scale>
          <a:sx n="110" d="100"/>
          <a:sy n="110" d="100"/>
        </p:scale>
        <p:origin x="8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86F8C-9B09-4EC2-86F3-19479B068E61}" type="datetimeFigureOut">
              <a:rPr lang="en-AU" smtClean="0"/>
              <a:t>10/7/2026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694B3-EE54-4BDD-8CA9-DD371BA26D6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0702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04888" y="685800"/>
            <a:ext cx="48482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177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9ECA2-AA68-4FE9-C706-84A347092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4CA34-3642-F274-0599-A53588210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4888" y="685800"/>
            <a:ext cx="48482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12EEA-1A5F-9BC2-DB34-88FDDE6F2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21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0F39-7543-4EEE-D46A-345995113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477" y="1237198"/>
            <a:ext cx="8018860" cy="2631886"/>
          </a:xfrm>
        </p:spPr>
        <p:txBody>
          <a:bodyPr anchor="b"/>
          <a:lstStyle>
            <a:lvl1pPr algn="ctr">
              <a:defRPr sz="5262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0BF4D-CA2F-C061-E7F7-A465A05FA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7" y="3970579"/>
            <a:ext cx="8018860" cy="1825171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70" indent="0" algn="ctr">
              <a:buNone/>
              <a:defRPr sz="1754"/>
            </a:lvl2pPr>
            <a:lvl3pPr marL="801940" indent="0" algn="ctr">
              <a:buNone/>
              <a:defRPr sz="1579"/>
            </a:lvl3pPr>
            <a:lvl4pPr marL="1202910" indent="0" algn="ctr">
              <a:buNone/>
              <a:defRPr sz="1403"/>
            </a:lvl4pPr>
            <a:lvl5pPr marL="1603880" indent="0" algn="ctr">
              <a:buNone/>
              <a:defRPr sz="1403"/>
            </a:lvl5pPr>
            <a:lvl6pPr marL="2004850" indent="0" algn="ctr">
              <a:buNone/>
              <a:defRPr sz="1403"/>
            </a:lvl6pPr>
            <a:lvl7pPr marL="2405820" indent="0" algn="ctr">
              <a:buNone/>
              <a:defRPr sz="1403"/>
            </a:lvl7pPr>
            <a:lvl8pPr marL="2806790" indent="0" algn="ctr">
              <a:buNone/>
              <a:defRPr sz="1403"/>
            </a:lvl8pPr>
            <a:lvl9pPr marL="3207760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AE92F-B6C7-3BDF-401F-6437E4F5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B16A4-EE51-3343-A1BC-2CE6C18CA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835C1-A07E-C53C-6986-D0C5355C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21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6B119-8899-6A55-B872-D77383F4D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42850-7C0B-532D-776C-7B8BCE004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21F95-0B65-8A9C-4642-97D002E8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24DC1-44D6-03E9-33B7-FC9755E0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064B0-8D4A-E2C8-7245-5A738E0B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6302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3E0F-39EC-B618-B029-9AF57D7D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94" y="1884669"/>
            <a:ext cx="9221689" cy="3144615"/>
          </a:xfrm>
        </p:spPr>
        <p:txBody>
          <a:bodyPr anchor="b"/>
          <a:lstStyle>
            <a:lvl1pPr>
              <a:defRPr sz="5262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587CE-16BC-EE3B-3529-CB68AADB3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94" y="5059034"/>
            <a:ext cx="9221689" cy="1653679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1pPr>
            <a:lvl2pPr marL="40097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2pPr>
            <a:lvl3pPr marL="801940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3pPr>
            <a:lvl4pPr marL="120291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60388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00485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40582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28067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20776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3EAFC-873F-F9A3-2B52-D17C15908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1203-2744-35DE-3137-9EB891B2B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E967A-03FD-DE9F-42D5-8F67B57B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5414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CD786-0FF4-E366-4120-F77C1130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D451F-BFAB-ABC2-0870-22981AC75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62" y="2012413"/>
            <a:ext cx="4544021" cy="47965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2E86E-5CCD-4DF7-792B-393F13CA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2731" y="2012413"/>
            <a:ext cx="4544021" cy="47965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8FCC0-4789-0660-062D-DFF8EC785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C3826-A5BC-020D-A8C3-E27B48B9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884A6-69BB-87CD-C30E-0B0A89E8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3623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88AF5-7D49-41AC-1979-EC719C553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402483"/>
            <a:ext cx="9221689" cy="14611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304F6-7805-CBA5-98E2-7EE8D0B19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456" y="1853172"/>
            <a:ext cx="4523138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70" indent="0">
              <a:buNone/>
              <a:defRPr sz="1754" b="1"/>
            </a:lvl2pPr>
            <a:lvl3pPr marL="801940" indent="0">
              <a:buNone/>
              <a:defRPr sz="1579" b="1"/>
            </a:lvl3pPr>
            <a:lvl4pPr marL="1202910" indent="0">
              <a:buNone/>
              <a:defRPr sz="1403" b="1"/>
            </a:lvl4pPr>
            <a:lvl5pPr marL="1603880" indent="0">
              <a:buNone/>
              <a:defRPr sz="1403" b="1"/>
            </a:lvl5pPr>
            <a:lvl6pPr marL="2004850" indent="0">
              <a:buNone/>
              <a:defRPr sz="1403" b="1"/>
            </a:lvl6pPr>
            <a:lvl7pPr marL="2405820" indent="0">
              <a:buNone/>
              <a:defRPr sz="1403" b="1"/>
            </a:lvl7pPr>
            <a:lvl8pPr marL="2806790" indent="0">
              <a:buNone/>
              <a:defRPr sz="1403" b="1"/>
            </a:lvl8pPr>
            <a:lvl9pPr marL="3207760" indent="0">
              <a:buNone/>
              <a:defRPr sz="1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D5F80-A78C-36EF-AD8B-66ECDDA22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456" y="2761382"/>
            <a:ext cx="4523138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F39D2-05B3-0B46-A3C0-F2AB86C8D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2731" y="1853172"/>
            <a:ext cx="4545413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70" indent="0">
              <a:buNone/>
              <a:defRPr sz="1754" b="1"/>
            </a:lvl2pPr>
            <a:lvl3pPr marL="801940" indent="0">
              <a:buNone/>
              <a:defRPr sz="1579" b="1"/>
            </a:lvl3pPr>
            <a:lvl4pPr marL="1202910" indent="0">
              <a:buNone/>
              <a:defRPr sz="1403" b="1"/>
            </a:lvl4pPr>
            <a:lvl5pPr marL="1603880" indent="0">
              <a:buNone/>
              <a:defRPr sz="1403" b="1"/>
            </a:lvl5pPr>
            <a:lvl6pPr marL="2004850" indent="0">
              <a:buNone/>
              <a:defRPr sz="1403" b="1"/>
            </a:lvl6pPr>
            <a:lvl7pPr marL="2405820" indent="0">
              <a:buNone/>
              <a:defRPr sz="1403" b="1"/>
            </a:lvl7pPr>
            <a:lvl8pPr marL="2806790" indent="0">
              <a:buNone/>
              <a:defRPr sz="1403" b="1"/>
            </a:lvl8pPr>
            <a:lvl9pPr marL="3207760" indent="0">
              <a:buNone/>
              <a:defRPr sz="1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A33A5-DD9C-70CD-48BC-579BE269C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2731" y="2761382"/>
            <a:ext cx="4545413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6EE243-6F4D-FFAC-41FC-8122A3E2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436CD-CFBB-A4E9-AEA2-8EDC70C99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EF763-7C3A-4F21-3B63-827060BE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39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152F3-405A-D793-C6DF-28F364662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6780BA-CB99-C96E-A609-9A4676AB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B478D-78EB-D948-2AE5-97CB50D73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B5CBF-1369-5FC0-FA35-A629C597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82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4C385-DBB7-E2C3-7F57-0EA218A47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9CBD8-2917-5974-89CA-218E1290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C187F-0E66-1AE3-A285-599011D8B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9345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36A5B-53B1-14EE-79AD-CE7A67617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9"/>
            <a:ext cx="3448388" cy="1763924"/>
          </a:xfrm>
        </p:spPr>
        <p:txBody>
          <a:bodyPr anchor="b"/>
          <a:lstStyle>
            <a:lvl1pPr>
              <a:defRPr sz="280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BBFB7-0D41-7EC5-A6D8-FCD602319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413" y="1088454"/>
            <a:ext cx="5412731" cy="5372269"/>
          </a:xfrm>
        </p:spPr>
        <p:txBody>
          <a:bodyPr/>
          <a:lstStyle>
            <a:lvl1pPr>
              <a:defRPr sz="2807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E74C7F-F3A8-75EE-1A6C-39D8ECEC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3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70" indent="0">
              <a:buNone/>
              <a:defRPr sz="1228"/>
            </a:lvl2pPr>
            <a:lvl3pPr marL="801940" indent="0">
              <a:buNone/>
              <a:defRPr sz="1053"/>
            </a:lvl3pPr>
            <a:lvl4pPr marL="1202910" indent="0">
              <a:buNone/>
              <a:defRPr sz="877"/>
            </a:lvl4pPr>
            <a:lvl5pPr marL="1603880" indent="0">
              <a:buNone/>
              <a:defRPr sz="877"/>
            </a:lvl5pPr>
            <a:lvl6pPr marL="2004850" indent="0">
              <a:buNone/>
              <a:defRPr sz="877"/>
            </a:lvl6pPr>
            <a:lvl7pPr marL="2405820" indent="0">
              <a:buNone/>
              <a:defRPr sz="877"/>
            </a:lvl7pPr>
            <a:lvl8pPr marL="2806790" indent="0">
              <a:buNone/>
              <a:defRPr sz="877"/>
            </a:lvl8pPr>
            <a:lvl9pPr marL="3207760" indent="0">
              <a:buNone/>
              <a:defRPr sz="87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1CA34-1358-9E40-B463-58B999664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0B299-5DBD-B977-AC5E-71441801C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97F8F-872B-65A9-2BC7-B615634A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0421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C475-79C9-0276-2179-5B852C4B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9"/>
            <a:ext cx="3448388" cy="1763924"/>
          </a:xfrm>
        </p:spPr>
        <p:txBody>
          <a:bodyPr anchor="b"/>
          <a:lstStyle>
            <a:lvl1pPr>
              <a:defRPr sz="280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310624-7306-4468-8F16-9B035B4FF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5413" y="1088454"/>
            <a:ext cx="5412731" cy="5372269"/>
          </a:xfrm>
        </p:spPr>
        <p:txBody>
          <a:bodyPr/>
          <a:lstStyle>
            <a:lvl1pPr marL="0" indent="0">
              <a:buNone/>
              <a:defRPr sz="2807"/>
            </a:lvl1pPr>
            <a:lvl2pPr marL="400970" indent="0">
              <a:buNone/>
              <a:defRPr sz="2456"/>
            </a:lvl2pPr>
            <a:lvl3pPr marL="801940" indent="0">
              <a:buNone/>
              <a:defRPr sz="2105"/>
            </a:lvl3pPr>
            <a:lvl4pPr marL="1202910" indent="0">
              <a:buNone/>
              <a:defRPr sz="1754"/>
            </a:lvl4pPr>
            <a:lvl5pPr marL="1603880" indent="0">
              <a:buNone/>
              <a:defRPr sz="1754"/>
            </a:lvl5pPr>
            <a:lvl6pPr marL="2004850" indent="0">
              <a:buNone/>
              <a:defRPr sz="1754"/>
            </a:lvl6pPr>
            <a:lvl7pPr marL="2405820" indent="0">
              <a:buNone/>
              <a:defRPr sz="1754"/>
            </a:lvl7pPr>
            <a:lvl8pPr marL="2806790" indent="0">
              <a:buNone/>
              <a:defRPr sz="1754"/>
            </a:lvl8pPr>
            <a:lvl9pPr marL="3207760" indent="0">
              <a:buNone/>
              <a:defRPr sz="1754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0234C-368A-E869-84A4-F29A9D18B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3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70" indent="0">
              <a:buNone/>
              <a:defRPr sz="1228"/>
            </a:lvl2pPr>
            <a:lvl3pPr marL="801940" indent="0">
              <a:buNone/>
              <a:defRPr sz="1053"/>
            </a:lvl3pPr>
            <a:lvl4pPr marL="1202910" indent="0">
              <a:buNone/>
              <a:defRPr sz="877"/>
            </a:lvl4pPr>
            <a:lvl5pPr marL="1603880" indent="0">
              <a:buNone/>
              <a:defRPr sz="877"/>
            </a:lvl5pPr>
            <a:lvl6pPr marL="2004850" indent="0">
              <a:buNone/>
              <a:defRPr sz="877"/>
            </a:lvl6pPr>
            <a:lvl7pPr marL="2405820" indent="0">
              <a:buNone/>
              <a:defRPr sz="877"/>
            </a:lvl7pPr>
            <a:lvl8pPr marL="2806790" indent="0">
              <a:buNone/>
              <a:defRPr sz="877"/>
            </a:lvl8pPr>
            <a:lvl9pPr marL="3207760" indent="0">
              <a:buNone/>
              <a:defRPr sz="87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6D1F4-0A1C-06F0-2209-30EA8CC8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13F6D-07AB-33BA-4372-60BC5849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D0D57-BE17-9606-ACF7-44C0A1F2E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7350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0A4CA-898D-7D24-1F79-B6D30657F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4FC56-625E-ED87-5934-9DA1A6C10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60942-B88C-7334-695C-358410E03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F64F3-1126-77A5-FA9B-04DAD7D7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E1512-754E-EB73-B545-40F0EBA4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416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8F6D1C-69D9-B9D5-3E7B-89701D42B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A2576-B796-1023-8141-81449904D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062" y="402483"/>
            <a:ext cx="6782619" cy="64064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C5C13-9765-F277-1D91-CC3D2BDF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4282F-E1C8-A253-41AC-24841125A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A3339-1D56-FBBD-7B86-E9396C7F9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2679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7" y="1237198"/>
            <a:ext cx="9088041" cy="2631887"/>
          </a:xfrm>
        </p:spPr>
        <p:txBody>
          <a:bodyPr anchor="b"/>
          <a:lstStyle>
            <a:lvl1pPr algn="ctr">
              <a:defRPr sz="66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5"/>
            </a:lvl1pPr>
            <a:lvl2pPr marL="503720" indent="0" algn="ctr">
              <a:buNone/>
              <a:defRPr sz="2204"/>
            </a:lvl2pPr>
            <a:lvl3pPr marL="1007439" indent="0" algn="ctr">
              <a:buNone/>
              <a:defRPr sz="1983"/>
            </a:lvl3pPr>
            <a:lvl4pPr marL="1511159" indent="0" algn="ctr">
              <a:buNone/>
              <a:defRPr sz="1763"/>
            </a:lvl4pPr>
            <a:lvl5pPr marL="2014878" indent="0" algn="ctr">
              <a:buNone/>
              <a:defRPr sz="1763"/>
            </a:lvl5pPr>
            <a:lvl6pPr marL="2518598" indent="0" algn="ctr">
              <a:buNone/>
              <a:defRPr sz="1763"/>
            </a:lvl6pPr>
            <a:lvl7pPr marL="3022317" indent="0" algn="ctr">
              <a:buNone/>
              <a:defRPr sz="1763"/>
            </a:lvl7pPr>
            <a:lvl8pPr marL="3526037" indent="0" algn="ctr">
              <a:buNone/>
              <a:defRPr sz="1763"/>
            </a:lvl8pPr>
            <a:lvl9pPr marL="4029756" indent="0" algn="ctr">
              <a:buNone/>
              <a:defRPr sz="176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93B278F-3762-4A39-989F-F3BE113C4A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9339" y="358776"/>
            <a:ext cx="2794000" cy="2047875"/>
          </a:xfr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263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402484"/>
            <a:ext cx="9221689" cy="14611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720" indent="0">
              <a:buNone/>
              <a:defRPr sz="2204" b="1"/>
            </a:lvl2pPr>
            <a:lvl3pPr marL="1007439" indent="0">
              <a:buNone/>
              <a:defRPr sz="1983" b="1"/>
            </a:lvl3pPr>
            <a:lvl4pPr marL="1511159" indent="0">
              <a:buNone/>
              <a:defRPr sz="1763" b="1"/>
            </a:lvl4pPr>
            <a:lvl5pPr marL="2014878" indent="0">
              <a:buNone/>
              <a:defRPr sz="1763" b="1"/>
            </a:lvl5pPr>
            <a:lvl6pPr marL="2518598" indent="0">
              <a:buNone/>
              <a:defRPr sz="1763" b="1"/>
            </a:lvl6pPr>
            <a:lvl7pPr marL="3022317" indent="0">
              <a:buNone/>
              <a:defRPr sz="1763" b="1"/>
            </a:lvl7pPr>
            <a:lvl8pPr marL="3526037" indent="0">
              <a:buNone/>
              <a:defRPr sz="1763" b="1"/>
            </a:lvl8pPr>
            <a:lvl9pPr marL="4029756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2" y="1853171"/>
            <a:ext cx="4545413" cy="908210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720" indent="0">
              <a:buNone/>
              <a:defRPr sz="2204" b="1"/>
            </a:lvl2pPr>
            <a:lvl3pPr marL="1007439" indent="0">
              <a:buNone/>
              <a:defRPr sz="1983" b="1"/>
            </a:lvl3pPr>
            <a:lvl4pPr marL="1511159" indent="0">
              <a:buNone/>
              <a:defRPr sz="1763" b="1"/>
            </a:lvl4pPr>
            <a:lvl5pPr marL="2014878" indent="0">
              <a:buNone/>
              <a:defRPr sz="1763" b="1"/>
            </a:lvl5pPr>
            <a:lvl6pPr marL="2518598" indent="0">
              <a:buNone/>
              <a:defRPr sz="1763" b="1"/>
            </a:lvl6pPr>
            <a:lvl7pPr marL="3022317" indent="0">
              <a:buNone/>
              <a:defRPr sz="1763" b="1"/>
            </a:lvl7pPr>
            <a:lvl8pPr marL="3526037" indent="0">
              <a:buNone/>
              <a:defRPr sz="1763" b="1"/>
            </a:lvl8pPr>
            <a:lvl9pPr marL="4029756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2" y="2761381"/>
            <a:ext cx="4545413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541726-614E-4BFF-B662-DFA9E1C224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025" y="457201"/>
            <a:ext cx="4251325" cy="2790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39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E994A8-B387-F4B0-A587-74AB2C261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2" y="402483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632AB-713D-8B64-57E0-D899A378E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62" y="2012413"/>
            <a:ext cx="9221689" cy="4796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950D5-869C-A44D-58CB-6C80358B7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062" y="7006699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5995A-E276-47F8-B7D2-C8AE6CD8C43B}" type="datetimeFigureOut">
              <a:rPr lang="en-AU" smtClean="0"/>
              <a:t>10/7/2026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58ED9-E513-F6D8-C39E-05C4C8A23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1664" y="7006699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848B0-FD90-F61C-9880-BA17F2E5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1094" y="7006699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24786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txStyles>
    <p:titleStyle>
      <a:lvl1pPr algn="l" defTabSz="801940" rtl="0" eaLnBrk="1" latinLnBrk="0" hangingPunct="1">
        <a:lnSpc>
          <a:spcPct val="90000"/>
        </a:lnSpc>
        <a:spcBef>
          <a:spcPct val="0"/>
        </a:spcBef>
        <a:buNone/>
        <a:defRPr sz="3859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0485" indent="-200485" algn="l" defTabSz="801940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45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42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39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366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33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30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7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24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7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4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1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8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5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82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79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6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FC41A-C63A-3684-54FA-C35377CA8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background with white dots&#10;&#10;AI-generated content may be incorrect.">
            <a:extLst>
              <a:ext uri="{FF2B5EF4-FFF2-40B4-BE49-F238E27FC236}">
                <a16:creationId xmlns:a16="http://schemas.microsoft.com/office/drawing/2014/main" id="{9ACB1AF1-4E77-CC7E-C05E-894F4287C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3600"/>
            <a:ext cx="10692000" cy="75598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D64519-3903-7A08-C402-AA341B238D69}"/>
              </a:ext>
            </a:extLst>
          </p:cNvPr>
          <p:cNvSpPr txBox="1"/>
          <p:nvPr/>
        </p:nvSpPr>
        <p:spPr>
          <a:xfrm>
            <a:off x="1053775" y="1319057"/>
            <a:ext cx="8464239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>
              <a:lnSpc>
                <a:spcPts val="7460"/>
              </a:lnSpc>
            </a:pPr>
            <a:r>
              <a:rPr lang="en-US" sz="7200" b="1" dirty="0">
                <a:solidFill>
                  <a:schemeClr val="tx2"/>
                </a:solidFill>
                <a:latin typeface="Montserrat" pitchFamily="2" charset="77"/>
              </a:rPr>
              <a:t>Your new artwork is live!</a:t>
            </a:r>
          </a:p>
        </p:txBody>
      </p:sp>
      <p:pic>
        <p:nvPicPr>
          <p:cNvPr id="8" name="Picture 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168A3BCC-7F2D-3F5C-7781-6AF59CD78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547998"/>
            <a:ext cx="1612434" cy="52450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46D571-7AD2-4B5D-F96A-E0224265CB76}"/>
              </a:ext>
            </a:extLst>
          </p:cNvPr>
          <p:cNvSpPr/>
          <p:nvPr/>
        </p:nvSpPr>
        <p:spPr>
          <a:xfrm>
            <a:off x="0" y="0"/>
            <a:ext cx="440498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FC73BC-B898-F7CA-85F7-43FE511E1AED}"/>
              </a:ext>
            </a:extLst>
          </p:cNvPr>
          <p:cNvSpPr txBox="1"/>
          <p:nvPr/>
        </p:nvSpPr>
        <p:spPr>
          <a:xfrm>
            <a:off x="1053774" y="6442012"/>
            <a:ext cx="8591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/>
            <a:r>
              <a:rPr lang="en-US" sz="3600" b="1" dirty="0">
                <a:latin typeface="Montserrat" pitchFamily="2" charset="77"/>
              </a:rPr>
              <a:t>DATE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11A040-C0B3-219E-D6C2-075101857D18}"/>
              </a:ext>
            </a:extLst>
          </p:cNvPr>
          <p:cNvSpPr txBox="1"/>
          <p:nvPr/>
        </p:nvSpPr>
        <p:spPr>
          <a:xfrm>
            <a:off x="1053774" y="3499974"/>
            <a:ext cx="9125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/>
            <a:r>
              <a:rPr lang="en-US" sz="5400" b="1" dirty="0">
                <a:latin typeface="Montserrat" pitchFamily="2" charset="77"/>
              </a:rPr>
              <a:t>Client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C000DE-4FEC-64DC-9BE6-49DF849D5EC7}"/>
              </a:ext>
            </a:extLst>
          </p:cNvPr>
          <p:cNvSpPr txBox="1"/>
          <p:nvPr/>
        </p:nvSpPr>
        <p:spPr>
          <a:xfrm rot="16200000">
            <a:off x="-3502800" y="3585600"/>
            <a:ext cx="74556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542D54"/>
                </a:solidFill>
                <a:latin typeface="Montserrat Bold"/>
              </a:rPr>
              <a:t>PROOF OF POSTING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54F2B-B687-49E9-0B6A-BC6208573355}"/>
              </a:ext>
            </a:extLst>
          </p:cNvPr>
          <p:cNvSpPr txBox="1"/>
          <p:nvPr/>
        </p:nvSpPr>
        <p:spPr>
          <a:xfrm>
            <a:off x="1053774" y="5667948"/>
            <a:ext cx="9172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/>
            <a:r>
              <a:rPr lang="en-US" sz="3600" b="1" dirty="0">
                <a:solidFill>
                  <a:schemeClr val="tx2"/>
                </a:solidFill>
                <a:latin typeface="Montserrat" pitchFamily="2" charset="77"/>
              </a:rPr>
              <a:t>Campaign Name</a:t>
            </a:r>
          </a:p>
        </p:txBody>
      </p:sp>
    </p:spTree>
    <p:extLst>
      <p:ext uri="{BB962C8B-B14F-4D97-AF65-F5344CB8AC3E}">
        <p14:creationId xmlns:p14="http://schemas.microsoft.com/office/powerpoint/2010/main" val="2769659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background with white dots&#10;&#10;AI-generated content may be incorrect.">
            <a:extLst>
              <a:ext uri="{FF2B5EF4-FFF2-40B4-BE49-F238E27FC236}">
                <a16:creationId xmlns:a16="http://schemas.microsoft.com/office/drawing/2014/main" id="{BC9DF296-65B0-CEB9-5F43-C955D3CBE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344"/>
            <a:ext cx="10691812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Bairnsdale (Digital) - 38752-D - Swoop - Digital - 2211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200" y="1605600"/>
            <a:ext cx="6177600" cy="463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1600" y="900000"/>
            <a:ext cx="1112400" cy="44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D7DF23"/>
                </a:solidFill>
                <a:effectLst/>
                <a:uLnTx/>
                <a:uFillTx/>
                <a:latin typeface="Montserrat Bold"/>
                <a:ea typeface="+mn-ea"/>
                <a:cs typeface="+mn-cs"/>
              </a:rPr>
              <a:t>Site: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600" y="6480000"/>
            <a:ext cx="1713600" cy="44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D7DF23"/>
                </a:solidFill>
                <a:effectLst/>
                <a:uLnTx/>
                <a:uFillTx/>
                <a:latin typeface="Montserrat Bold"/>
                <a:ea typeface="+mn-ea"/>
                <a:cs typeface="+mn-cs"/>
              </a:rPr>
              <a:t>Live Date: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9600" y="900000"/>
            <a:ext cx="1774845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/>
                <a:ea typeface="+mn-ea"/>
                <a:cs typeface="+mn-cs"/>
              </a:rPr>
              <a:t>Site Name</a:t>
            </a:r>
            <a:endParaRPr kumimoji="0" sz="2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04400" y="6480000"/>
            <a:ext cx="1864613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300" dirty="0">
                <a:solidFill>
                  <a:srgbClr val="FFFFFF"/>
                </a:solidFill>
                <a:latin typeface="Montserrat Bold"/>
              </a:rPr>
              <a:t>DD/MM/YY</a:t>
            </a:r>
            <a:endParaRPr kumimoji="0" sz="2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F4D66B-9B04-8320-32BD-C2F8C10E7EAA}"/>
              </a:ext>
            </a:extLst>
          </p:cNvPr>
          <p:cNvSpPr/>
          <p:nvPr/>
        </p:nvSpPr>
        <p:spPr>
          <a:xfrm>
            <a:off x="0" y="0"/>
            <a:ext cx="439200" cy="7560000"/>
          </a:xfrm>
          <a:prstGeom prst="rect">
            <a:avLst/>
          </a:prstGeom>
          <a:solidFill>
            <a:srgbClr val="D7D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76D3F6-281F-7A03-21EA-11907ECF2021}"/>
              </a:ext>
            </a:extLst>
          </p:cNvPr>
          <p:cNvSpPr txBox="1"/>
          <p:nvPr/>
        </p:nvSpPr>
        <p:spPr>
          <a:xfrm rot="16200000">
            <a:off x="-3502800" y="3585600"/>
            <a:ext cx="74556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600">
                <a:solidFill>
                  <a:srgbClr val="542D54"/>
                </a:solidFill>
                <a:latin typeface="Montserrat Bold"/>
              </a:rPr>
              <a:t>PROOF OF POSTING</a:t>
            </a:r>
          </a:p>
        </p:txBody>
      </p:sp>
      <p:pic>
        <p:nvPicPr>
          <p:cNvPr id="11" name="Picture 10" descr="GAWK LOGO (PURPLE).png">
            <a:extLst>
              <a:ext uri="{FF2B5EF4-FFF2-40B4-BE49-F238E27FC236}">
                <a16:creationId xmlns:a16="http://schemas.microsoft.com/office/drawing/2014/main" id="{EFFC5242-FD8F-CA5B-41CE-0CE696CAD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8000" y="547200"/>
            <a:ext cx="1616400" cy="52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9B18-308B-7304-D893-32297F1E2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background with white dots&#10;&#10;AI-generated content may be incorrect.">
            <a:extLst>
              <a:ext uri="{FF2B5EF4-FFF2-40B4-BE49-F238E27FC236}">
                <a16:creationId xmlns:a16="http://schemas.microsoft.com/office/drawing/2014/main" id="{9C5062B0-5366-A853-9818-554B2956C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344"/>
            <a:ext cx="10691812" cy="75596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346909-70E5-7B08-702C-BF4F4CC28CC9}"/>
              </a:ext>
            </a:extLst>
          </p:cNvPr>
          <p:cNvSpPr/>
          <p:nvPr/>
        </p:nvSpPr>
        <p:spPr>
          <a:xfrm>
            <a:off x="0" y="0"/>
            <a:ext cx="440498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DDC3FEB4-07ED-D88E-6B8A-3C462B9D4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547998"/>
            <a:ext cx="1612434" cy="5245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6972FF-B9E0-08C7-7228-43347758D68C}"/>
              </a:ext>
            </a:extLst>
          </p:cNvPr>
          <p:cNvSpPr txBox="1"/>
          <p:nvPr/>
        </p:nvSpPr>
        <p:spPr>
          <a:xfrm>
            <a:off x="984327" y="2038734"/>
            <a:ext cx="9195223" cy="2913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>
              <a:lnSpc>
                <a:spcPts val="11000"/>
              </a:lnSpc>
            </a:pPr>
            <a:r>
              <a:rPr lang="en-US" sz="11000" b="1" dirty="0">
                <a:solidFill>
                  <a:schemeClr val="tx2"/>
                </a:solidFill>
                <a:latin typeface="Montserrat" pitchFamily="2" charset="77"/>
              </a:rPr>
              <a:t>Gotta love</a:t>
            </a:r>
          </a:p>
          <a:p>
            <a:pPr defTabSz="914309">
              <a:lnSpc>
                <a:spcPts val="11000"/>
              </a:lnSpc>
            </a:pPr>
            <a:r>
              <a:rPr lang="en-US" sz="11000" b="1" dirty="0">
                <a:solidFill>
                  <a:schemeClr val="tx2"/>
                </a:solidFill>
                <a:latin typeface="Montserrat" pitchFamily="2" charset="77"/>
              </a:rPr>
              <a:t>rectangles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369489-0862-F4F9-50BE-3B29A462BF02}"/>
              </a:ext>
            </a:extLst>
          </p:cNvPr>
          <p:cNvSpPr txBox="1"/>
          <p:nvPr/>
        </p:nvSpPr>
        <p:spPr>
          <a:xfrm>
            <a:off x="1053775" y="5245299"/>
            <a:ext cx="9195223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>
              <a:lnSpc>
                <a:spcPts val="5700"/>
              </a:lnSpc>
            </a:pPr>
            <a:r>
              <a:rPr lang="en-AU" sz="4800" dirty="0">
                <a:solidFill>
                  <a:srgbClr val="FFFFFF"/>
                </a:solidFill>
                <a:latin typeface="Montserrat Bold"/>
              </a:rPr>
              <a:t>Have a ripper day.</a:t>
            </a:r>
          </a:p>
          <a:p>
            <a:pPr defTabSz="914309">
              <a:lnSpc>
                <a:spcPts val="5700"/>
              </a:lnSpc>
            </a:pPr>
            <a:r>
              <a:rPr lang="en-AU" sz="4800" dirty="0">
                <a:solidFill>
                  <a:srgbClr val="FFFFFF"/>
                </a:solidFill>
                <a:latin typeface="Montserrat Bold"/>
              </a:rPr>
              <a:t>Onya!</a:t>
            </a:r>
            <a:endParaRPr sz="4800" dirty="0">
              <a:solidFill>
                <a:srgbClr val="FFFFFF"/>
              </a:solidFill>
              <a:latin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6F6071-D143-5891-5375-E024C9ABB2B9}"/>
              </a:ext>
            </a:extLst>
          </p:cNvPr>
          <p:cNvSpPr txBox="1"/>
          <p:nvPr/>
        </p:nvSpPr>
        <p:spPr>
          <a:xfrm rot="16200000">
            <a:off x="-3502800" y="3585600"/>
            <a:ext cx="74556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542D54"/>
                </a:solidFill>
                <a:latin typeface="Montserrat Bold"/>
              </a:rPr>
              <a:t>PROOF OF POSTING</a:t>
            </a:r>
          </a:p>
        </p:txBody>
      </p:sp>
    </p:spTree>
    <p:extLst>
      <p:ext uri="{BB962C8B-B14F-4D97-AF65-F5344CB8AC3E}">
        <p14:creationId xmlns:p14="http://schemas.microsoft.com/office/powerpoint/2010/main" val="3763891450"/>
      </p:ext>
    </p:extLst>
  </p:cSld>
  <p:clrMapOvr>
    <a:masterClrMapping/>
  </p:clrMapOvr>
</p:sld>
</file>

<file path=ppt/theme/theme1.xml><?xml version="1.0" encoding="utf-8"?>
<a:theme xmlns:a="http://schemas.openxmlformats.org/drawingml/2006/main" name="Gawk">
  <a:themeElements>
    <a:clrScheme name="Gawk">
      <a:dk1>
        <a:srgbClr val="000000"/>
      </a:dk1>
      <a:lt1>
        <a:srgbClr val="FFFFFF"/>
      </a:lt1>
      <a:dk2>
        <a:srgbClr val="542D54"/>
      </a:dk2>
      <a:lt2>
        <a:srgbClr val="D7DF23"/>
      </a:lt2>
      <a:accent1>
        <a:srgbClr val="542D54"/>
      </a:accent1>
      <a:accent2>
        <a:srgbClr val="D7DF23"/>
      </a:accent2>
      <a:accent3>
        <a:srgbClr val="542D54"/>
      </a:accent3>
      <a:accent4>
        <a:srgbClr val="D7DF23"/>
      </a:accent4>
      <a:accent5>
        <a:srgbClr val="542D54"/>
      </a:accent5>
      <a:accent6>
        <a:srgbClr val="D7DF23"/>
      </a:accent6>
      <a:hlink>
        <a:srgbClr val="FFFFFF"/>
      </a:hlink>
      <a:folHlink>
        <a:srgbClr val="000000"/>
      </a:folHlink>
    </a:clrScheme>
    <a:fontScheme name="Gawk">
      <a:majorFont>
        <a:latin typeface="Montserrat Extra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7a52916-d7d8-4d7a-989c-f65659b03113" xsi:nil="true"/>
    <lcf76f155ced4ddcb4097134ff3c332f xmlns="2512bde3-83ea-45d9-86ac-bc70a4300d2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05E449A0B6524CAC6EB2F4271B8840" ma:contentTypeVersion="19" ma:contentTypeDescription="Create a new document." ma:contentTypeScope="" ma:versionID="8054133ee76967ece72f988a35d42137">
  <xsd:schema xmlns:xsd="http://www.w3.org/2001/XMLSchema" xmlns:xs="http://www.w3.org/2001/XMLSchema" xmlns:p="http://schemas.microsoft.com/office/2006/metadata/properties" xmlns:ns2="2512bde3-83ea-45d9-86ac-bc70a4300d2e" xmlns:ns3="d7a52916-d7d8-4d7a-989c-f65659b03113" targetNamespace="http://schemas.microsoft.com/office/2006/metadata/properties" ma:root="true" ma:fieldsID="949b637d9a887ff48830a5eebd433412" ns2:_="" ns3:_="">
    <xsd:import namespace="2512bde3-83ea-45d9-86ac-bc70a4300d2e"/>
    <xsd:import namespace="d7a52916-d7d8-4d7a-989c-f65659b031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12bde3-83ea-45d9-86ac-bc70a430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293c0c0-a31f-4a38-81da-d26352fb7e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52916-d7d8-4d7a-989c-f65659b0311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fee0a1f-2fbe-43d1-b62d-320a030a344d}" ma:internalName="TaxCatchAll" ma:showField="CatchAllData" ma:web="d7a52916-d7d8-4d7a-989c-f65659b031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D220F2-89A2-4939-86F1-DAD13C364619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2512bde3-83ea-45d9-86ac-bc70a4300d2e"/>
    <ds:schemaRef ds:uri="http://purl.org/dc/elements/1.1/"/>
    <ds:schemaRef ds:uri="http://schemas.openxmlformats.org/package/2006/metadata/core-properties"/>
    <ds:schemaRef ds:uri="http://purl.org/dc/dcmitype/"/>
    <ds:schemaRef ds:uri="d7a52916-d7d8-4d7a-989c-f65659b031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E92F1F3-0CAA-456F-B72D-9E4CC761C3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C465D5-85EC-4EC4-9A4F-3F6A328661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12bde3-83ea-45d9-86ac-bc70a4300d2e"/>
    <ds:schemaRef ds:uri="d7a52916-d7d8-4d7a-989c-f65659b031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2903</TotalTime>
  <Words>42</Words>
  <Application>Microsoft Macintosh PowerPoint</Application>
  <PresentationFormat>Custom</PresentationFormat>
  <Paragraphs>15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Montserrat</vt:lpstr>
      <vt:lpstr>Montserrat Bold</vt:lpstr>
      <vt:lpstr>Montserrat ExtraBold</vt:lpstr>
      <vt:lpstr>Gawk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Course</dc:creator>
  <cp:lastModifiedBy>Phoebe Grant ❂ Design</cp:lastModifiedBy>
  <cp:revision>102</cp:revision>
  <dcterms:created xsi:type="dcterms:W3CDTF">2020-11-19T21:18:45Z</dcterms:created>
  <dcterms:modified xsi:type="dcterms:W3CDTF">2026-07-10T04:11:16Z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0x0101000205E449A0B6524CAC6EB2F4271B8840</vt:lpwstr>
  </property>
  <property fmtid="{D5CDD505-2E9C-101B-9397-08002B2CF9AE}" pid="3" name="MediaServiceImageTags">
    <vt:lpwstr/>
  </property>
  <property fmtid="{D5CDD505-2E9C-101B-9397-08002B2CF9AE}" pid="4" name="MSIP_Label_4828451a-1827-4ed8-9ba4-e51c1421285c_Enabled">
    <vt:lpwstr>true</vt:lpwstr>
  </property>
  <property fmtid="{D5CDD505-2E9C-101B-9397-08002B2CF9AE}" pid="5" name="MSIP_Label_4828451a-1827-4ed8-9ba4-e51c1421285c_SetDate">
    <vt:lpwstr>2025-02-16T21:50:03Z</vt:lpwstr>
  </property>
  <property fmtid="{D5CDD505-2E9C-101B-9397-08002B2CF9AE}" pid="6" name="MSIP_Label_4828451a-1827-4ed8-9ba4-e51c1421285c_Method">
    <vt:lpwstr>Standard</vt:lpwstr>
  </property>
  <property fmtid="{D5CDD505-2E9C-101B-9397-08002B2CF9AE}" pid="7" name="MSIP_Label_4828451a-1827-4ed8-9ba4-e51c1421285c_Name">
    <vt:lpwstr>Public</vt:lpwstr>
  </property>
  <property fmtid="{D5CDD505-2E9C-101B-9397-08002B2CF9AE}" pid="8" name="MSIP_Label_4828451a-1827-4ed8-9ba4-e51c1421285c_SiteId">
    <vt:lpwstr>ea8dc14e-715d-4e51-a875-2a37cd3c68ca</vt:lpwstr>
  </property>
  <property fmtid="{D5CDD505-2E9C-101B-9397-08002B2CF9AE}" pid="9" name="MSIP_Label_4828451a-1827-4ed8-9ba4-e51c1421285c_ActionId">
    <vt:lpwstr>3be39d86-df01-461e-af51-64a6dcf04002</vt:lpwstr>
  </property>
  <property fmtid="{D5CDD505-2E9C-101B-9397-08002B2CF9AE}" pid="10" name="MSIP_Label_4828451a-1827-4ed8-9ba4-e51c1421285c_ContentBits">
    <vt:lpwstr>0</vt:lpwstr>
  </property>
  <property fmtid="{D5CDD505-2E9C-101B-9397-08002B2CF9AE}" pid="11" name="MSIP_Label_4828451a-1827-4ed8-9ba4-e51c1421285c_Tag">
    <vt:lpwstr>10, 3, 0, 1</vt:lpwstr>
  </property>
</Properties>
</file>