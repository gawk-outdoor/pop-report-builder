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8"/>
  </p:notesMasterIdLst>
  <p:sldIdLst>
    <p:sldId id="359" r:id="rId5"/>
    <p:sldId id="487" r:id="rId6"/>
    <p:sldId id="484" r:id="rId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818E29-F3B7-035C-57A2-57FE7BEF51CE}" name="Luke Course" initials="LC" userId="S::luke@gawk.com.au::a6e5a91c-2ed3-4dcd-adbf-4051f69420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oebe Grant" initials="PG" lastIdx="1" clrIdx="0">
    <p:extLst>
      <p:ext uri="{19B8F6BF-5375-455C-9EA6-DF929625EA0E}">
        <p15:presenceInfo xmlns:p15="http://schemas.microsoft.com/office/powerpoint/2012/main" userId="Phoebe Gran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1B42"/>
    <a:srgbClr val="6C4273"/>
    <a:srgbClr val="D7DF23"/>
    <a:srgbClr val="542D54"/>
    <a:srgbClr val="FFFFFF"/>
    <a:srgbClr val="54295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0"/>
    <p:restoredTop sz="96149"/>
  </p:normalViewPr>
  <p:slideViewPr>
    <p:cSldViewPr snapToGrid="0">
      <p:cViewPr varScale="1">
        <p:scale>
          <a:sx n="110" d="100"/>
          <a:sy n="110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oebe Grant" userId="75fb2f6f-a730-401c-a49c-7b6cdd90a996" providerId="ADAL" clId="{C63D2B57-CC08-4D42-8D1E-003D19769FB7}"/>
    <pc:docChg chg="custSel modSld">
      <pc:chgData name="Phoebe Grant" userId="75fb2f6f-a730-401c-a49c-7b6cdd90a996" providerId="ADAL" clId="{C63D2B57-CC08-4D42-8D1E-003D19769FB7}" dt="2025-06-05T13:07:54.358" v="37" actId="5793"/>
      <pc:docMkLst>
        <pc:docMk/>
      </pc:docMkLst>
      <pc:sldChg chg="modSp mod">
        <pc:chgData name="Phoebe Grant" userId="75fb2f6f-a730-401c-a49c-7b6cdd90a996" providerId="ADAL" clId="{C63D2B57-CC08-4D42-8D1E-003D19769FB7}" dt="2025-06-05T13:07:54.358" v="37" actId="5793"/>
        <pc:sldMkLst>
          <pc:docMk/>
          <pc:sldMk cId="2769659401" sldId="359"/>
        </pc:sldMkLst>
      </pc:sldChg>
    </pc:docChg>
  </pc:docChgLst>
  <pc:docChgLst>
    <pc:chgData name="Phoebe Grant" userId="75fb2f6f-a730-401c-a49c-7b6cdd90a996" providerId="ADAL" clId="{44964F57-B44B-A94B-9EF1-CEBCEE1E790B}"/>
    <pc:docChg chg="undo custSel addSld delSld modSld addMainMaster delMainMaster">
      <pc:chgData name="Phoebe Grant" userId="75fb2f6f-a730-401c-a49c-7b6cdd90a996" providerId="ADAL" clId="{44964F57-B44B-A94B-9EF1-CEBCEE1E790B}" dt="2025-04-10T12:05:28.377" v="1756" actId="20577"/>
      <pc:docMkLst>
        <pc:docMk/>
      </pc:docMkLst>
      <pc:sldChg chg="add del">
        <pc:chgData name="Phoebe Grant" userId="75fb2f6f-a730-401c-a49c-7b6cdd90a996" providerId="ADAL" clId="{44964F57-B44B-A94B-9EF1-CEBCEE1E790B}" dt="2025-04-10T11:55:32.301" v="1395" actId="2696"/>
        <pc:sldMkLst>
          <pc:docMk/>
          <pc:sldMk cId="3475292401" sldId="325"/>
        </pc:sldMkLst>
      </pc:sldChg>
      <pc:sldChg chg="addSp delSp modSp mod">
        <pc:chgData name="Phoebe Grant" userId="75fb2f6f-a730-401c-a49c-7b6cdd90a996" providerId="ADAL" clId="{44964F57-B44B-A94B-9EF1-CEBCEE1E790B}" dt="2025-04-10T12:05:28.377" v="1756" actId="20577"/>
        <pc:sldMkLst>
          <pc:docMk/>
          <pc:sldMk cId="2769659401" sldId="359"/>
        </pc:sldMkLst>
      </pc:sldChg>
      <pc:sldChg chg="del">
        <pc:chgData name="Phoebe Grant" userId="75fb2f6f-a730-401c-a49c-7b6cdd90a996" providerId="ADAL" clId="{44964F57-B44B-A94B-9EF1-CEBCEE1E790B}" dt="2025-04-10T11:55:32.289" v="1393" actId="2696"/>
        <pc:sldMkLst>
          <pc:docMk/>
          <pc:sldMk cId="1553459820" sldId="365"/>
        </pc:sldMkLst>
      </pc:sldChg>
      <pc:sldChg chg="addSp delSp modSp add del mod">
        <pc:chgData name="Phoebe Grant" userId="75fb2f6f-a730-401c-a49c-7b6cdd90a996" providerId="ADAL" clId="{44964F57-B44B-A94B-9EF1-CEBCEE1E790B}" dt="2025-04-10T12:03:40.247" v="1675"/>
        <pc:sldMkLst>
          <pc:docMk/>
          <pc:sldMk cId="1685075518" sldId="474"/>
        </pc:sldMkLst>
      </pc:sldChg>
      <pc:sldChg chg="add del">
        <pc:chgData name="Phoebe Grant" userId="75fb2f6f-a730-401c-a49c-7b6cdd90a996" providerId="ADAL" clId="{44964F57-B44B-A94B-9EF1-CEBCEE1E790B}" dt="2025-04-10T11:55:32.286" v="1392" actId="2696"/>
        <pc:sldMkLst>
          <pc:docMk/>
          <pc:sldMk cId="2768943505" sldId="476"/>
        </pc:sldMkLst>
      </pc:sldChg>
      <pc:sldChg chg="add del">
        <pc:chgData name="Phoebe Grant" userId="75fb2f6f-a730-401c-a49c-7b6cdd90a996" providerId="ADAL" clId="{44964F57-B44B-A94B-9EF1-CEBCEE1E790B}" dt="2025-04-10T11:55:32.321" v="1397" actId="2696"/>
        <pc:sldMkLst>
          <pc:docMk/>
          <pc:sldMk cId="2285248496" sldId="477"/>
        </pc:sldMkLst>
      </pc:sldChg>
      <pc:sldChg chg="add del">
        <pc:chgData name="Phoebe Grant" userId="75fb2f6f-a730-401c-a49c-7b6cdd90a996" providerId="ADAL" clId="{44964F57-B44B-A94B-9EF1-CEBCEE1E790B}" dt="2025-04-10T11:55:32.342" v="1401" actId="2696"/>
        <pc:sldMkLst>
          <pc:docMk/>
          <pc:sldMk cId="21445650" sldId="478"/>
        </pc:sldMkLst>
      </pc:sldChg>
      <pc:sldChg chg="add del">
        <pc:chgData name="Phoebe Grant" userId="75fb2f6f-a730-401c-a49c-7b6cdd90a996" providerId="ADAL" clId="{44964F57-B44B-A94B-9EF1-CEBCEE1E790B}" dt="2025-04-10T11:55:32.330" v="1400" actId="2696"/>
        <pc:sldMkLst>
          <pc:docMk/>
          <pc:sldMk cId="725624773" sldId="480"/>
        </pc:sldMkLst>
      </pc:sldChg>
      <pc:sldChg chg="add del">
        <pc:chgData name="Phoebe Grant" userId="75fb2f6f-a730-401c-a49c-7b6cdd90a996" providerId="ADAL" clId="{44964F57-B44B-A94B-9EF1-CEBCEE1E790B}" dt="2025-04-10T11:55:32.323" v="1399" actId="2696"/>
        <pc:sldMkLst>
          <pc:docMk/>
          <pc:sldMk cId="1073464505" sldId="481"/>
        </pc:sldMkLst>
      </pc:sldChg>
      <pc:sldChg chg="add del">
        <pc:chgData name="Phoebe Grant" userId="75fb2f6f-a730-401c-a49c-7b6cdd90a996" providerId="ADAL" clId="{44964F57-B44B-A94B-9EF1-CEBCEE1E790B}" dt="2025-04-10T11:55:32.346" v="1402" actId="2696"/>
        <pc:sldMkLst>
          <pc:docMk/>
          <pc:sldMk cId="970134462" sldId="482"/>
        </pc:sldMkLst>
      </pc:sldChg>
      <pc:sldChg chg="del">
        <pc:chgData name="Phoebe Grant" userId="75fb2f6f-a730-401c-a49c-7b6cdd90a996" providerId="ADAL" clId="{44964F57-B44B-A94B-9EF1-CEBCEE1E790B}" dt="2025-04-10T11:55:32.322" v="1398" actId="2696"/>
        <pc:sldMkLst>
          <pc:docMk/>
          <pc:sldMk cId="553062631" sldId="483"/>
        </pc:sldMkLst>
      </pc:sldChg>
      <pc:sldChg chg="delSp add del mod">
        <pc:chgData name="Phoebe Grant" userId="75fb2f6f-a730-401c-a49c-7b6cdd90a996" providerId="ADAL" clId="{44964F57-B44B-A94B-9EF1-CEBCEE1E790B}" dt="2025-04-10T11:35:25.675" v="585" actId="2696"/>
        <pc:sldMkLst>
          <pc:docMk/>
          <pc:sldMk cId="2685616722" sldId="484"/>
        </pc:sldMkLst>
      </pc:sldChg>
      <pc:sldChg chg="addSp delSp modSp add mod">
        <pc:chgData name="Phoebe Grant" userId="75fb2f6f-a730-401c-a49c-7b6cdd90a996" providerId="ADAL" clId="{44964F57-B44B-A94B-9EF1-CEBCEE1E790B}" dt="2025-04-10T12:04:54.051" v="1752" actId="1035"/>
        <pc:sldMkLst>
          <pc:docMk/>
          <pc:sldMk cId="3763891450" sldId="484"/>
        </pc:sldMkLst>
      </pc:sldChg>
      <pc:sldMasterChg chg="del">
        <pc:chgData name="Phoebe Grant" userId="75fb2f6f-a730-401c-a49c-7b6cdd90a996" providerId="ADAL" clId="{44964F57-B44B-A94B-9EF1-CEBCEE1E790B}" dt="2025-04-10T11:55:32.300" v="1394" actId="2696"/>
        <pc:sldMasterMkLst>
          <pc:docMk/>
          <pc:sldMasterMk cId="2773596709" sldId="2147483687"/>
        </pc:sldMasterMkLst>
      </pc:sldMasterChg>
      <pc:sldMasterChg chg="add del">
        <pc:chgData name="Phoebe Grant" userId="75fb2f6f-a730-401c-a49c-7b6cdd90a996" providerId="ADAL" clId="{44964F57-B44B-A94B-9EF1-CEBCEE1E790B}" dt="2025-04-10T11:55:32.311" v="1396" actId="2696"/>
        <pc:sldMasterMkLst>
          <pc:docMk/>
          <pc:sldMasterMk cId="1708245173" sldId="2147483701"/>
        </pc:sldMasterMkLst>
      </pc:sldMasterChg>
    </pc:docChg>
  </pc:docChgLst>
  <pc:docChgLst>
    <pc:chgData name="Phoebe Grant" userId="75fb2f6f-a730-401c-a49c-7b6cdd90a996" providerId="ADAL" clId="{9011CFDA-9829-BA4C-B675-C6BE66EFC0AA}"/>
    <pc:docChg chg="undo redo custSel addSld delSld modSld sldOrd">
      <pc:chgData name="Phoebe Grant" userId="75fb2f6f-a730-401c-a49c-7b6cdd90a996" providerId="ADAL" clId="{9011CFDA-9829-BA4C-B675-C6BE66EFC0AA}" dt="2025-04-01T10:13:13.347" v="4817" actId="1076"/>
      <pc:docMkLst>
        <pc:docMk/>
      </pc:docMkLst>
      <pc:sldChg chg="addSp delSp modSp mod modNotesTx">
        <pc:chgData name="Phoebe Grant" userId="75fb2f6f-a730-401c-a49c-7b6cdd90a996" providerId="ADAL" clId="{9011CFDA-9829-BA4C-B675-C6BE66EFC0AA}" dt="2025-04-01T08:57:35.905" v="2647" actId="20577"/>
        <pc:sldMkLst>
          <pc:docMk/>
          <pc:sldMk cId="2769659401" sldId="359"/>
        </pc:sldMkLst>
      </pc:sldChg>
      <pc:sldChg chg="addSp delSp modSp mod ord">
        <pc:chgData name="Phoebe Grant" userId="75fb2f6f-a730-401c-a49c-7b6cdd90a996" providerId="ADAL" clId="{9011CFDA-9829-BA4C-B675-C6BE66EFC0AA}" dt="2025-04-01T10:12:16.712" v="4698"/>
        <pc:sldMkLst>
          <pc:docMk/>
          <pc:sldMk cId="1553459820" sldId="365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2295897009" sldId="461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3528417886" sldId="467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1052135630" sldId="468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2829515794" sldId="469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4256732837" sldId="471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4138788088" sldId="472"/>
        </pc:sldMkLst>
      </pc:sldChg>
      <pc:sldChg chg="addSp delSp modSp del mod modNotesTx">
        <pc:chgData name="Phoebe Grant" userId="75fb2f6f-a730-401c-a49c-7b6cdd90a996" providerId="ADAL" clId="{9011CFDA-9829-BA4C-B675-C6BE66EFC0AA}" dt="2025-04-01T08:29:57.781" v="2081" actId="2696"/>
        <pc:sldMkLst>
          <pc:docMk/>
          <pc:sldMk cId="1057919284" sldId="473"/>
        </pc:sldMkLst>
      </pc:sldChg>
      <pc:sldChg chg="addSp delSp modSp add mod">
        <pc:chgData name="Phoebe Grant" userId="75fb2f6f-a730-401c-a49c-7b6cdd90a996" providerId="ADAL" clId="{9011CFDA-9829-BA4C-B675-C6BE66EFC0AA}" dt="2025-04-01T08:31:23.151" v="2217" actId="20577"/>
        <pc:sldMkLst>
          <pc:docMk/>
          <pc:sldMk cId="1685075518" sldId="474"/>
        </pc:sldMkLst>
      </pc:sldChg>
      <pc:sldChg chg="addSp delSp modSp add del mod">
        <pc:chgData name="Phoebe Grant" userId="75fb2f6f-a730-401c-a49c-7b6cdd90a996" providerId="ADAL" clId="{9011CFDA-9829-BA4C-B675-C6BE66EFC0AA}" dt="2025-04-01T08:38:45.754" v="2248" actId="2696"/>
        <pc:sldMkLst>
          <pc:docMk/>
          <pc:sldMk cId="1762726585" sldId="475"/>
        </pc:sldMkLst>
      </pc:sldChg>
      <pc:sldChg chg="addSp delSp modSp add mod ord">
        <pc:chgData name="Phoebe Grant" userId="75fb2f6f-a730-401c-a49c-7b6cdd90a996" providerId="ADAL" clId="{9011CFDA-9829-BA4C-B675-C6BE66EFC0AA}" dt="2025-04-01T09:17:03.013" v="3288" actId="1037"/>
        <pc:sldMkLst>
          <pc:docMk/>
          <pc:sldMk cId="2768943505" sldId="476"/>
        </pc:sldMkLst>
      </pc:sldChg>
      <pc:sldChg chg="addSp delSp modSp add mod">
        <pc:chgData name="Phoebe Grant" userId="75fb2f6f-a730-401c-a49c-7b6cdd90a996" providerId="ADAL" clId="{9011CFDA-9829-BA4C-B675-C6BE66EFC0AA}" dt="2025-04-01T09:40:38.100" v="3523" actId="1037"/>
        <pc:sldMkLst>
          <pc:docMk/>
          <pc:sldMk cId="2285248496" sldId="477"/>
        </pc:sldMkLst>
      </pc:sldChg>
      <pc:sldChg chg="addSp delSp modSp add mod">
        <pc:chgData name="Phoebe Grant" userId="75fb2f6f-a730-401c-a49c-7b6cdd90a996" providerId="ADAL" clId="{9011CFDA-9829-BA4C-B675-C6BE66EFC0AA}" dt="2025-04-01T09:40:05.609" v="3480" actId="1037"/>
        <pc:sldMkLst>
          <pc:docMk/>
          <pc:sldMk cId="21445650" sldId="478"/>
        </pc:sldMkLst>
      </pc:sldChg>
      <pc:sldChg chg="delSp modSp add del mod">
        <pc:chgData name="Phoebe Grant" userId="75fb2f6f-a730-401c-a49c-7b6cdd90a996" providerId="ADAL" clId="{9011CFDA-9829-BA4C-B675-C6BE66EFC0AA}" dt="2025-04-01T09:40:45.123" v="3525" actId="2696"/>
        <pc:sldMkLst>
          <pc:docMk/>
          <pc:sldMk cId="3041551789" sldId="479"/>
        </pc:sldMkLst>
      </pc:sldChg>
      <pc:sldChg chg="addSp delSp modSp add mod">
        <pc:chgData name="Phoebe Grant" userId="75fb2f6f-a730-401c-a49c-7b6cdd90a996" providerId="ADAL" clId="{9011CFDA-9829-BA4C-B675-C6BE66EFC0AA}" dt="2025-04-01T09:44:16.948" v="3681" actId="1037"/>
        <pc:sldMkLst>
          <pc:docMk/>
          <pc:sldMk cId="725624773" sldId="480"/>
        </pc:sldMkLst>
      </pc:sldChg>
      <pc:sldChg chg="addSp delSp modSp add mod">
        <pc:chgData name="Phoebe Grant" userId="75fb2f6f-a730-401c-a49c-7b6cdd90a996" providerId="ADAL" clId="{9011CFDA-9829-BA4C-B675-C6BE66EFC0AA}" dt="2025-04-01T10:04:11.445" v="4329" actId="478"/>
        <pc:sldMkLst>
          <pc:docMk/>
          <pc:sldMk cId="1073464505" sldId="481"/>
        </pc:sldMkLst>
      </pc:sldChg>
      <pc:sldChg chg="addSp delSp modSp add mod">
        <pc:chgData name="Phoebe Grant" userId="75fb2f6f-a730-401c-a49c-7b6cdd90a996" providerId="ADAL" clId="{9011CFDA-9829-BA4C-B675-C6BE66EFC0AA}" dt="2025-04-01T10:12:09.622" v="4693"/>
        <pc:sldMkLst>
          <pc:docMk/>
          <pc:sldMk cId="970134462" sldId="482"/>
        </pc:sldMkLst>
      </pc:sldChg>
      <pc:sldChg chg="delSp modSp add mod">
        <pc:chgData name="Phoebe Grant" userId="75fb2f6f-a730-401c-a49c-7b6cdd90a996" providerId="ADAL" clId="{9011CFDA-9829-BA4C-B675-C6BE66EFC0AA}" dt="2025-04-01T10:13:13.347" v="4817" actId="1076"/>
        <pc:sldMkLst>
          <pc:docMk/>
          <pc:sldMk cId="553062631" sldId="483"/>
        </pc:sldMkLst>
      </pc:sldChg>
    </pc:docChg>
  </pc:docChgLst>
  <pc:docChgLst>
    <pc:chgData name="Phoebe Grant" userId="75fb2f6f-a730-401c-a49c-7b6cdd90a996" providerId="ADAL" clId="{2D92F4D0-2C92-CD45-9C74-F210C7AFCBCB}"/>
    <pc:docChg chg="undo custSel modSld">
      <pc:chgData name="Phoebe Grant" userId="75fb2f6f-a730-401c-a49c-7b6cdd90a996" providerId="ADAL" clId="{2D92F4D0-2C92-CD45-9C74-F210C7AFCBCB}" dt="2025-07-23T03:41:43.956" v="53" actId="20577"/>
      <pc:docMkLst>
        <pc:docMk/>
      </pc:docMkLst>
      <pc:sldChg chg="modSp mod">
        <pc:chgData name="Phoebe Grant" userId="75fb2f6f-a730-401c-a49c-7b6cdd90a996" providerId="ADAL" clId="{2D92F4D0-2C92-CD45-9C74-F210C7AFCBCB}" dt="2025-07-23T03:41:43.956" v="53" actId="20577"/>
        <pc:sldMkLst>
          <pc:docMk/>
          <pc:sldMk cId="3763891450" sldId="484"/>
        </pc:sldMkLst>
      </pc:sldChg>
    </pc:docChg>
  </pc:docChgLst>
  <pc:docChgLst>
    <pc:chgData name="Phoebe Grant" userId="75fb2f6f-a730-401c-a49c-7b6cdd90a996" providerId="ADAL" clId="{62F102EF-FACA-594E-BB4C-6FC7CBF376F2}"/>
    <pc:docChg chg="undo redo custSel modSld">
      <pc:chgData name="Phoebe Grant" userId="75fb2f6f-a730-401c-a49c-7b6cdd90a996" providerId="ADAL" clId="{62F102EF-FACA-594E-BB4C-6FC7CBF376F2}" dt="2025-05-27T11:31:42.434" v="357" actId="20577"/>
      <pc:docMkLst>
        <pc:docMk/>
      </pc:docMkLst>
      <pc:sldChg chg="addSp delSp modSp mod">
        <pc:chgData name="Phoebe Grant" userId="75fb2f6f-a730-401c-a49c-7b6cdd90a996" providerId="ADAL" clId="{62F102EF-FACA-594E-BB4C-6FC7CBF376F2}" dt="2025-05-27T11:31:42.434" v="357" actId="20577"/>
        <pc:sldMkLst>
          <pc:docMk/>
          <pc:sldMk cId="2769659401" sldId="359"/>
        </pc:sldMkLst>
      </pc:sldChg>
      <pc:sldChg chg="addSp modSp">
        <pc:chgData name="Phoebe Grant" userId="75fb2f6f-a730-401c-a49c-7b6cdd90a996" providerId="ADAL" clId="{62F102EF-FACA-594E-BB4C-6FC7CBF376F2}" dt="2025-05-25T07:19:54.973" v="160" actId="171"/>
        <pc:sldMkLst>
          <pc:docMk/>
          <pc:sldMk cId="3763891450" sldId="484"/>
        </pc:sldMkLst>
      </pc:sldChg>
      <pc:sldChg chg="addSp modSp">
        <pc:chgData name="Phoebe Grant" userId="75fb2f6f-a730-401c-a49c-7b6cdd90a996" providerId="ADAL" clId="{62F102EF-FACA-594E-BB4C-6FC7CBF376F2}" dt="2025-05-25T07:19:48.627" v="154" actId="171"/>
        <pc:sldMkLst>
          <pc:docMk/>
          <pc:sldMk cId="0" sldId="487"/>
        </pc:sldMkLst>
      </pc:sldChg>
    </pc:docChg>
  </pc:docChgLst>
  <pc:docChgLst>
    <pc:chgData name="Phoebe Grant" userId="75fb2f6f-a730-401c-a49c-7b6cdd90a996" providerId="ADAL" clId="{1BDBCF43-2E80-2140-AFE6-9EC0596E1909}"/>
    <pc:docChg chg="undo redo custSel addSld delSld modSld">
      <pc:chgData name="Phoebe Grant" userId="75fb2f6f-a730-401c-a49c-7b6cdd90a996" providerId="ADAL" clId="{1BDBCF43-2E80-2140-AFE6-9EC0596E1909}" dt="2025-04-10T14:53:26.468" v="389" actId="478"/>
      <pc:docMkLst>
        <pc:docMk/>
      </pc:docMkLst>
      <pc:sldChg chg="modSp mod">
        <pc:chgData name="Phoebe Grant" userId="75fb2f6f-a730-401c-a49c-7b6cdd90a996" providerId="ADAL" clId="{1BDBCF43-2E80-2140-AFE6-9EC0596E1909}" dt="2025-04-10T13:24:47.515" v="283" actId="1036"/>
        <pc:sldMkLst>
          <pc:docMk/>
          <pc:sldMk cId="2769659401" sldId="359"/>
        </pc:sldMkLst>
      </pc:sldChg>
      <pc:sldChg chg="delSp modSp del mod">
        <pc:chgData name="Phoebe Grant" userId="75fb2f6f-a730-401c-a49c-7b6cdd90a996" providerId="ADAL" clId="{1BDBCF43-2E80-2140-AFE6-9EC0596E1909}" dt="2025-04-10T12:36:20.616" v="136" actId="2696"/>
        <pc:sldMkLst>
          <pc:docMk/>
          <pc:sldMk cId="1685075518" sldId="474"/>
        </pc:sldMkLst>
      </pc:sldChg>
      <pc:sldChg chg="delSp modSp mod">
        <pc:chgData name="Phoebe Grant" userId="75fb2f6f-a730-401c-a49c-7b6cdd90a996" providerId="ADAL" clId="{1BDBCF43-2E80-2140-AFE6-9EC0596E1909}" dt="2025-04-10T14:53:13.351" v="387" actId="1035"/>
        <pc:sldMkLst>
          <pc:docMk/>
          <pc:sldMk cId="3763891450" sldId="484"/>
        </pc:sldMkLst>
      </pc:sldChg>
      <pc:sldChg chg="addSp delSp modSp add del mod">
        <pc:chgData name="Phoebe Grant" userId="75fb2f6f-a730-401c-a49c-7b6cdd90a996" providerId="ADAL" clId="{1BDBCF43-2E80-2140-AFE6-9EC0596E1909}" dt="2025-04-10T14:53:26.468" v="389" actId="478"/>
        <pc:sldMkLst>
          <pc:docMk/>
          <pc:sldMk cId="0" sldId="485"/>
        </pc:sldMkLst>
      </pc:sldChg>
      <pc:sldChg chg="new del">
        <pc:chgData name="Phoebe Grant" userId="75fb2f6f-a730-401c-a49c-7b6cdd90a996" providerId="ADAL" clId="{1BDBCF43-2E80-2140-AFE6-9EC0596E1909}" dt="2025-04-10T12:33:17.763" v="16" actId="2696"/>
        <pc:sldMkLst>
          <pc:docMk/>
          <pc:sldMk cId="228123049" sldId="485"/>
        </pc:sldMkLst>
      </pc:sldChg>
      <pc:sldChg chg="add del">
        <pc:chgData name="Phoebe Grant" userId="75fb2f6f-a730-401c-a49c-7b6cdd90a996" providerId="ADAL" clId="{1BDBCF43-2E80-2140-AFE6-9EC0596E1909}" dt="2025-04-10T13:13:20.828" v="238" actId="2696"/>
        <pc:sldMkLst>
          <pc:docMk/>
          <pc:sldMk cId="3802418843" sldId="485"/>
        </pc:sldMkLst>
      </pc:sldChg>
      <pc:sldChg chg="addSp delSp modSp new del mod">
        <pc:chgData name="Phoebe Grant" userId="75fb2f6f-a730-401c-a49c-7b6cdd90a996" providerId="ADAL" clId="{1BDBCF43-2E80-2140-AFE6-9EC0596E1909}" dt="2025-04-10T12:47:07.364" v="181" actId="2696"/>
        <pc:sldMkLst>
          <pc:docMk/>
          <pc:sldMk cId="2439528370" sldId="486"/>
        </pc:sldMkLst>
      </pc:sldChg>
      <pc:sldChg chg="addSp delSp modSp new del mod">
        <pc:chgData name="Phoebe Grant" userId="75fb2f6f-a730-401c-a49c-7b6cdd90a996" providerId="ADAL" clId="{1BDBCF43-2E80-2140-AFE6-9EC0596E1909}" dt="2025-04-10T12:58:20.187" v="217" actId="2696"/>
        <pc:sldMkLst>
          <pc:docMk/>
          <pc:sldMk cId="3543509965" sldId="487"/>
        </pc:sldMkLst>
      </pc:sldChg>
      <pc:sldChg chg="addSp delSp modSp add del mod">
        <pc:chgData name="Phoebe Grant" userId="75fb2f6f-a730-401c-a49c-7b6cdd90a996" providerId="ADAL" clId="{1BDBCF43-2E80-2140-AFE6-9EC0596E1909}" dt="2025-04-10T13:13:19.115" v="237" actId="2696"/>
        <pc:sldMkLst>
          <pc:docMk/>
          <pc:sldMk cId="0" sldId="488"/>
        </pc:sldMkLst>
      </pc:sldChg>
    </pc:docChg>
  </pc:docChgLst>
  <pc:docChgLst>
    <pc:chgData name="Phoebe Grant" userId="75fb2f6f-a730-401c-a49c-7b6cdd90a996" providerId="ADAL" clId="{C38CBA70-2533-7C42-9981-6EFD3EDE190C}"/>
    <pc:docChg chg="undo custSel addSld delSld modSld">
      <pc:chgData name="Phoebe Grant" userId="75fb2f6f-a730-401c-a49c-7b6cdd90a996" providerId="ADAL" clId="{C38CBA70-2533-7C42-9981-6EFD3EDE190C}" dt="2025-04-11T04:49:54.054" v="238" actId="2696"/>
      <pc:docMkLst>
        <pc:docMk/>
      </pc:docMkLst>
      <pc:sldChg chg="addSp delSp modSp mod">
        <pc:chgData name="Phoebe Grant" userId="75fb2f6f-a730-401c-a49c-7b6cdd90a996" providerId="ADAL" clId="{C38CBA70-2533-7C42-9981-6EFD3EDE190C}" dt="2025-04-11T04:49:40.100" v="230"/>
        <pc:sldMkLst>
          <pc:docMk/>
          <pc:sldMk cId="2769659401" sldId="359"/>
        </pc:sldMkLst>
      </pc:sldChg>
      <pc:sldChg chg="addSp delSp modSp mod">
        <pc:chgData name="Phoebe Grant" userId="75fb2f6f-a730-401c-a49c-7b6cdd90a996" providerId="ADAL" clId="{C38CBA70-2533-7C42-9981-6EFD3EDE190C}" dt="2025-04-11T04:49:45.742" v="234"/>
        <pc:sldMkLst>
          <pc:docMk/>
          <pc:sldMk cId="3763891450" sldId="484"/>
        </pc:sldMkLst>
      </pc:sldChg>
      <pc:sldChg chg="addSp delSp modSp del mod">
        <pc:chgData name="Phoebe Grant" userId="75fb2f6f-a730-401c-a49c-7b6cdd90a996" providerId="ADAL" clId="{C38CBA70-2533-7C42-9981-6EFD3EDE190C}" dt="2025-04-11T04:49:54.054" v="238" actId="2696"/>
        <pc:sldMkLst>
          <pc:docMk/>
          <pc:sldMk cId="0" sldId="485"/>
        </pc:sldMkLst>
      </pc:sldChg>
      <pc:sldChg chg="add del">
        <pc:chgData name="Phoebe Grant" userId="75fb2f6f-a730-401c-a49c-7b6cdd90a996" providerId="ADAL" clId="{C38CBA70-2533-7C42-9981-6EFD3EDE190C}" dt="2025-04-11T04:49:52.876" v="237"/>
        <pc:sldMkLst>
          <pc:docMk/>
          <pc:sldMk cId="0" sldId="486"/>
        </pc:sldMkLst>
      </pc:sldChg>
    </pc:docChg>
  </pc:docChgLst>
  <pc:docChgLst>
    <pc:chgData name="Phoebe Grant" userId="75fb2f6f-a730-401c-a49c-7b6cdd90a996" providerId="ADAL" clId="{F0497F2E-8526-D74D-8118-1898B975E959}"/>
    <pc:docChg chg="undo redo custSel addSld delSld modSld sldOrd delMainMaster modMainMaster">
      <pc:chgData name="Phoebe Grant" userId="75fb2f6f-a730-401c-a49c-7b6cdd90a996" providerId="ADAL" clId="{F0497F2E-8526-D74D-8118-1898B975E959}" dt="2025-03-24T04:03:59.174" v="4708"/>
      <pc:docMkLst>
        <pc:docMk/>
      </pc:docMkLst>
      <pc:sldChg chg="modSp add del">
        <pc:chgData name="Phoebe Grant" userId="75fb2f6f-a730-401c-a49c-7b6cdd90a996" providerId="ADAL" clId="{F0497F2E-8526-D74D-8118-1898B975E959}" dt="2025-03-24T04:01:27.452" v="4703" actId="14826"/>
        <pc:sldMkLst>
          <pc:docMk/>
          <pc:sldMk cId="3475292401" sldId="325"/>
        </pc:sldMkLst>
      </pc:sldChg>
      <pc:sldChg chg="del">
        <pc:chgData name="Phoebe Grant" userId="75fb2f6f-a730-401c-a49c-7b6cdd90a996" providerId="ADAL" clId="{F0497F2E-8526-D74D-8118-1898B975E959}" dt="2025-03-18T11:12:45.788" v="1166" actId="2696"/>
        <pc:sldMkLst>
          <pc:docMk/>
          <pc:sldMk cId="3937907698" sldId="346"/>
        </pc:sldMkLst>
      </pc:sldChg>
      <pc:sldChg chg="del">
        <pc:chgData name="Phoebe Grant" userId="75fb2f6f-a730-401c-a49c-7b6cdd90a996" providerId="ADAL" clId="{F0497F2E-8526-D74D-8118-1898B975E959}" dt="2025-03-18T11:21:38.997" v="1453" actId="2696"/>
        <pc:sldMkLst>
          <pc:docMk/>
          <pc:sldMk cId="3543475444" sldId="347"/>
        </pc:sldMkLst>
      </pc:sldChg>
      <pc:sldChg chg="del setBg modNotes">
        <pc:chgData name="Phoebe Grant" userId="75fb2f6f-a730-401c-a49c-7b6cdd90a996" providerId="ADAL" clId="{F0497F2E-8526-D74D-8118-1898B975E959}" dt="2025-03-18T11:00:45.789" v="908" actId="2696"/>
        <pc:sldMkLst>
          <pc:docMk/>
          <pc:sldMk cId="1449130367" sldId="355"/>
        </pc:sldMkLst>
      </pc:sldChg>
      <pc:sldChg chg="del setBg modNotes">
        <pc:chgData name="Phoebe Grant" userId="75fb2f6f-a730-401c-a49c-7b6cdd90a996" providerId="ADAL" clId="{F0497F2E-8526-D74D-8118-1898B975E959}" dt="2025-03-18T11:00:45.273" v="907" actId="2696"/>
        <pc:sldMkLst>
          <pc:docMk/>
          <pc:sldMk cId="722687071" sldId="356"/>
        </pc:sldMkLst>
      </pc:sldChg>
      <pc:sldChg chg="del setBg">
        <pc:chgData name="Phoebe Grant" userId="75fb2f6f-a730-401c-a49c-7b6cdd90a996" providerId="ADAL" clId="{F0497F2E-8526-D74D-8118-1898B975E959}" dt="2025-03-18T11:00:45.077" v="906" actId="2696"/>
        <pc:sldMkLst>
          <pc:docMk/>
          <pc:sldMk cId="3354843747" sldId="357"/>
        </pc:sldMkLst>
      </pc:sldChg>
      <pc:sldChg chg="setBg">
        <pc:chgData name="Phoebe Grant" userId="75fb2f6f-a730-401c-a49c-7b6cdd90a996" providerId="ADAL" clId="{F0497F2E-8526-D74D-8118-1898B975E959}" dt="2025-03-18T10:16:32.525" v="9"/>
        <pc:sldMkLst>
          <pc:docMk/>
          <pc:sldMk cId="2769659401" sldId="359"/>
        </pc:sldMkLst>
      </pc:sldChg>
      <pc:sldChg chg="addSp delSp modSp add del mod setBg modNotes">
        <pc:chgData name="Phoebe Grant" userId="75fb2f6f-a730-401c-a49c-7b6cdd90a996" providerId="ADAL" clId="{F0497F2E-8526-D74D-8118-1898B975E959}" dt="2025-03-18T12:08:10.221" v="3930" actId="1037"/>
        <pc:sldMkLst>
          <pc:docMk/>
          <pc:sldMk cId="1553459820" sldId="365"/>
        </pc:sldMkLst>
      </pc:sldChg>
      <pc:sldChg chg="addSp delSp modSp mod setBg">
        <pc:chgData name="Phoebe Grant" userId="75fb2f6f-a730-401c-a49c-7b6cdd90a996" providerId="ADAL" clId="{F0497F2E-8526-D74D-8118-1898B975E959}" dt="2025-03-20T03:04:29.957" v="4055" actId="1037"/>
        <pc:sldMkLst>
          <pc:docMk/>
          <pc:sldMk cId="2429775132" sldId="367"/>
        </pc:sldMkLst>
      </pc:sldChg>
      <pc:sldChg chg="addSp delSp modSp mod setBg">
        <pc:chgData name="Phoebe Grant" userId="75fb2f6f-a730-401c-a49c-7b6cdd90a996" providerId="ADAL" clId="{F0497F2E-8526-D74D-8118-1898B975E959}" dt="2025-03-24T04:03:46.001" v="4707"/>
        <pc:sldMkLst>
          <pc:docMk/>
          <pc:sldMk cId="1999823537" sldId="368"/>
        </pc:sldMkLst>
      </pc:sldChg>
      <pc:sldChg chg="addSp delSp modSp mod setBg">
        <pc:chgData name="Phoebe Grant" userId="75fb2f6f-a730-401c-a49c-7b6cdd90a996" providerId="ADAL" clId="{F0497F2E-8526-D74D-8118-1898B975E959}" dt="2025-03-24T04:03:59.174" v="4708"/>
        <pc:sldMkLst>
          <pc:docMk/>
          <pc:sldMk cId="2648109938" sldId="369"/>
        </pc:sldMkLst>
      </pc:sldChg>
      <pc:sldChg chg="del">
        <pc:chgData name="Phoebe Grant" userId="75fb2f6f-a730-401c-a49c-7b6cdd90a996" providerId="ADAL" clId="{F0497F2E-8526-D74D-8118-1898B975E959}" dt="2025-03-18T11:40:30.082" v="2169" actId="2696"/>
        <pc:sldMkLst>
          <pc:docMk/>
          <pc:sldMk cId="3320466032" sldId="388"/>
        </pc:sldMkLst>
      </pc:sldChg>
      <pc:sldChg chg="del">
        <pc:chgData name="Phoebe Grant" userId="75fb2f6f-a730-401c-a49c-7b6cdd90a996" providerId="ADAL" clId="{F0497F2E-8526-D74D-8118-1898B975E959}" dt="2025-03-18T12:10:44.249" v="3979" actId="2696"/>
        <pc:sldMkLst>
          <pc:docMk/>
          <pc:sldMk cId="703058180" sldId="389"/>
        </pc:sldMkLst>
      </pc:sldChg>
      <pc:sldChg chg="del">
        <pc:chgData name="Phoebe Grant" userId="75fb2f6f-a730-401c-a49c-7b6cdd90a996" providerId="ADAL" clId="{F0497F2E-8526-D74D-8118-1898B975E959}" dt="2025-03-18T11:53:37.113" v="3301" actId="2696"/>
        <pc:sldMkLst>
          <pc:docMk/>
          <pc:sldMk cId="1211699714" sldId="390"/>
        </pc:sldMkLst>
      </pc:sldChg>
      <pc:sldChg chg="del">
        <pc:chgData name="Phoebe Grant" userId="75fb2f6f-a730-401c-a49c-7b6cdd90a996" providerId="ADAL" clId="{F0497F2E-8526-D74D-8118-1898B975E959}" dt="2025-03-18T12:00:25.076" v="3644" actId="2696"/>
        <pc:sldMkLst>
          <pc:docMk/>
          <pc:sldMk cId="517065816" sldId="391"/>
        </pc:sldMkLst>
      </pc:sldChg>
      <pc:sldChg chg="del">
        <pc:chgData name="Phoebe Grant" userId="75fb2f6f-a730-401c-a49c-7b6cdd90a996" providerId="ADAL" clId="{F0497F2E-8526-D74D-8118-1898B975E959}" dt="2025-03-18T10:54:01.142" v="771" actId="2696"/>
        <pc:sldMkLst>
          <pc:docMk/>
          <pc:sldMk cId="942637834" sldId="393"/>
        </pc:sldMkLst>
      </pc:sldChg>
      <pc:sldChg chg="del">
        <pc:chgData name="Phoebe Grant" userId="75fb2f6f-a730-401c-a49c-7b6cdd90a996" providerId="ADAL" clId="{F0497F2E-8526-D74D-8118-1898B975E959}" dt="2025-03-18T10:54:01.449" v="772" actId="2696"/>
        <pc:sldMkLst>
          <pc:docMk/>
          <pc:sldMk cId="3511157162" sldId="394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266478359" sldId="400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3634361030" sldId="401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4264307280" sldId="402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328903184" sldId="403"/>
        </pc:sldMkLst>
      </pc:sldChg>
      <pc:sldChg chg="add del">
        <pc:chgData name="Phoebe Grant" userId="75fb2f6f-a730-401c-a49c-7b6cdd90a996" providerId="ADAL" clId="{F0497F2E-8526-D74D-8118-1898B975E959}" dt="2025-03-18T11:00:01.689" v="905" actId="2696"/>
        <pc:sldMkLst>
          <pc:docMk/>
          <pc:sldMk cId="2495687398" sldId="457"/>
        </pc:sldMkLst>
      </pc:sldChg>
      <pc:sldChg chg="addSp delSp modSp del mod setBg">
        <pc:chgData name="Phoebe Grant" userId="75fb2f6f-a730-401c-a49c-7b6cdd90a996" providerId="ADAL" clId="{F0497F2E-8526-D74D-8118-1898B975E959}" dt="2025-03-24T03:48:16.349" v="4633" actId="2696"/>
        <pc:sldMkLst>
          <pc:docMk/>
          <pc:sldMk cId="1415609702" sldId="458"/>
        </pc:sldMkLst>
      </pc:sldChg>
      <pc:sldChg chg="add del">
        <pc:chgData name="Phoebe Grant" userId="75fb2f6f-a730-401c-a49c-7b6cdd90a996" providerId="ADAL" clId="{F0497F2E-8526-D74D-8118-1898B975E959}" dt="2025-03-18T10:27:48.328" v="221"/>
        <pc:sldMkLst>
          <pc:docMk/>
          <pc:sldMk cId="2149628815" sldId="459"/>
        </pc:sldMkLst>
      </pc:sldChg>
      <pc:sldChg chg="delSp add del mod">
        <pc:chgData name="Phoebe Grant" userId="75fb2f6f-a730-401c-a49c-7b6cdd90a996" providerId="ADAL" clId="{F0497F2E-8526-D74D-8118-1898B975E959}" dt="2025-03-18T10:54:00.428" v="770" actId="2696"/>
        <pc:sldMkLst>
          <pc:docMk/>
          <pc:sldMk cId="3719086443" sldId="459"/>
        </pc:sldMkLst>
      </pc:sldChg>
      <pc:sldChg chg="addSp delSp modSp add mod ord setBg modNotes">
        <pc:chgData name="Phoebe Grant" userId="75fb2f6f-a730-401c-a49c-7b6cdd90a996" providerId="ADAL" clId="{F0497F2E-8526-D74D-8118-1898B975E959}" dt="2025-03-18T10:49:45.630" v="716" actId="20577"/>
        <pc:sldMkLst>
          <pc:docMk/>
          <pc:sldMk cId="254748964" sldId="460"/>
        </pc:sldMkLst>
      </pc:sldChg>
      <pc:sldChg chg="addSp delSp modSp add mod">
        <pc:chgData name="Phoebe Grant" userId="75fb2f6f-a730-401c-a49c-7b6cdd90a996" providerId="ADAL" clId="{F0497F2E-8526-D74D-8118-1898B975E959}" dt="2025-03-18T10:45:58.958" v="667" actId="171"/>
        <pc:sldMkLst>
          <pc:docMk/>
          <pc:sldMk cId="2295897009" sldId="461"/>
        </pc:sldMkLst>
      </pc:sldChg>
      <pc:sldChg chg="modSp add mod ord">
        <pc:chgData name="Phoebe Grant" userId="75fb2f6f-a730-401c-a49c-7b6cdd90a996" providerId="ADAL" clId="{F0497F2E-8526-D74D-8118-1898B975E959}" dt="2025-03-18T10:53:50.417" v="769" actId="14100"/>
        <pc:sldMkLst>
          <pc:docMk/>
          <pc:sldMk cId="1665391416" sldId="462"/>
        </pc:sldMkLst>
      </pc:sldChg>
      <pc:sldChg chg="add del">
        <pc:chgData name="Phoebe Grant" userId="75fb2f6f-a730-401c-a49c-7b6cdd90a996" providerId="ADAL" clId="{F0497F2E-8526-D74D-8118-1898B975E959}" dt="2025-03-18T10:54:18.341" v="776" actId="2696"/>
        <pc:sldMkLst>
          <pc:docMk/>
          <pc:sldMk cId="1728538585" sldId="463"/>
        </pc:sldMkLst>
      </pc:sldChg>
      <pc:sldChg chg="modSp add mod">
        <pc:chgData name="Phoebe Grant" userId="75fb2f6f-a730-401c-a49c-7b6cdd90a996" providerId="ADAL" clId="{F0497F2E-8526-D74D-8118-1898B975E959}" dt="2025-03-18T10:59:49.703" v="904" actId="20577"/>
        <pc:sldMkLst>
          <pc:docMk/>
          <pc:sldMk cId="2714188845" sldId="463"/>
        </pc:sldMkLst>
      </pc:sldChg>
      <pc:sldChg chg="modSp add del mod">
        <pc:chgData name="Phoebe Grant" userId="75fb2f6f-a730-401c-a49c-7b6cdd90a996" providerId="ADAL" clId="{F0497F2E-8526-D74D-8118-1898B975E959}" dt="2025-03-18T10:55:10.070" v="845" actId="2696"/>
        <pc:sldMkLst>
          <pc:docMk/>
          <pc:sldMk cId="2895144124" sldId="463"/>
        </pc:sldMkLst>
      </pc:sldChg>
      <pc:sldChg chg="modSp add del mod">
        <pc:chgData name="Phoebe Grant" userId="75fb2f6f-a730-401c-a49c-7b6cdd90a996" providerId="ADAL" clId="{F0497F2E-8526-D74D-8118-1898B975E959}" dt="2025-03-18T10:55:09.803" v="844" actId="2696"/>
        <pc:sldMkLst>
          <pc:docMk/>
          <pc:sldMk cId="2041225805" sldId="464"/>
        </pc:sldMkLst>
      </pc:sldChg>
      <pc:sldChg chg="add del">
        <pc:chgData name="Phoebe Grant" userId="75fb2f6f-a730-401c-a49c-7b6cdd90a996" providerId="ADAL" clId="{F0497F2E-8526-D74D-8118-1898B975E959}" dt="2025-03-18T11:13:46.466" v="1218" actId="2696"/>
        <pc:sldMkLst>
          <pc:docMk/>
          <pc:sldMk cId="3055364573" sldId="464"/>
        </pc:sldMkLst>
      </pc:sldChg>
      <pc:sldChg chg="addSp delSp modSp add mod">
        <pc:chgData name="Phoebe Grant" userId="75fb2f6f-a730-401c-a49c-7b6cdd90a996" providerId="ADAL" clId="{F0497F2E-8526-D74D-8118-1898B975E959}" dt="2025-03-20T03:05:20.809" v="4067" actId="20577"/>
        <pc:sldMkLst>
          <pc:docMk/>
          <pc:sldMk cId="2714973749" sldId="465"/>
        </pc:sldMkLst>
      </pc:sldChg>
      <pc:sldChg chg="addSp delSp modSp add del mod modNotesTx">
        <pc:chgData name="Phoebe Grant" userId="75fb2f6f-a730-401c-a49c-7b6cdd90a996" providerId="ADAL" clId="{F0497F2E-8526-D74D-8118-1898B975E959}" dt="2025-03-18T11:40:22.463" v="2168" actId="2696"/>
        <pc:sldMkLst>
          <pc:docMk/>
          <pc:sldMk cId="2083720121" sldId="466"/>
        </pc:sldMkLst>
      </pc:sldChg>
      <pc:sldChg chg="addSp delSp modSp add mod">
        <pc:chgData name="Phoebe Grant" userId="75fb2f6f-a730-401c-a49c-7b6cdd90a996" providerId="ADAL" clId="{F0497F2E-8526-D74D-8118-1898B975E959}" dt="2025-03-24T03:57:07.060" v="4696" actId="1038"/>
        <pc:sldMkLst>
          <pc:docMk/>
          <pc:sldMk cId="3528417886" sldId="467"/>
        </pc:sldMkLst>
      </pc:sldChg>
      <pc:sldChg chg="add del">
        <pc:chgData name="Phoebe Grant" userId="75fb2f6f-a730-401c-a49c-7b6cdd90a996" providerId="ADAL" clId="{F0497F2E-8526-D74D-8118-1898B975E959}" dt="2025-03-18T11:41:20.782" v="2171"/>
        <pc:sldMkLst>
          <pc:docMk/>
          <pc:sldMk cId="216525486" sldId="468"/>
        </pc:sldMkLst>
      </pc:sldChg>
      <pc:sldChg chg="addSp delSp modSp add mod">
        <pc:chgData name="Phoebe Grant" userId="75fb2f6f-a730-401c-a49c-7b6cdd90a996" providerId="ADAL" clId="{F0497F2E-8526-D74D-8118-1898B975E959}" dt="2025-03-18T12:08:21.379" v="3934" actId="20577"/>
        <pc:sldMkLst>
          <pc:docMk/>
          <pc:sldMk cId="1052135630" sldId="468"/>
        </pc:sldMkLst>
      </pc:sldChg>
      <pc:sldChg chg="addSp delSp modSp add mod">
        <pc:chgData name="Phoebe Grant" userId="75fb2f6f-a730-401c-a49c-7b6cdd90a996" providerId="ADAL" clId="{F0497F2E-8526-D74D-8118-1898B975E959}" dt="2025-03-18T12:08:24.065" v="3935" actId="20577"/>
        <pc:sldMkLst>
          <pc:docMk/>
          <pc:sldMk cId="2829515794" sldId="469"/>
        </pc:sldMkLst>
      </pc:sldChg>
      <pc:sldChg chg="modSp add del mod">
        <pc:chgData name="Phoebe Grant" userId="75fb2f6f-a730-401c-a49c-7b6cdd90a996" providerId="ADAL" clId="{F0497F2E-8526-D74D-8118-1898B975E959}" dt="2025-03-18T12:08:33.605" v="3938" actId="2696"/>
        <pc:sldMkLst>
          <pc:docMk/>
          <pc:sldMk cId="830242943" sldId="470"/>
        </pc:sldMkLst>
      </pc:sldChg>
      <pc:sldChg chg="addSp delSp modSp add mod">
        <pc:chgData name="Phoebe Grant" userId="75fb2f6f-a730-401c-a49c-7b6cdd90a996" providerId="ADAL" clId="{F0497F2E-8526-D74D-8118-1898B975E959}" dt="2025-03-18T12:08:29.470" v="3937" actId="20577"/>
        <pc:sldMkLst>
          <pc:docMk/>
          <pc:sldMk cId="4256732837" sldId="471"/>
        </pc:sldMkLst>
      </pc:sldChg>
      <pc:sldChg chg="add del">
        <pc:chgData name="Phoebe Grant" userId="75fb2f6f-a730-401c-a49c-7b6cdd90a996" providerId="ADAL" clId="{F0497F2E-8526-D74D-8118-1898B975E959}" dt="2025-03-18T12:07:27.625" v="3901" actId="2696"/>
        <pc:sldMkLst>
          <pc:docMk/>
          <pc:sldMk cId="2862624310" sldId="472"/>
        </pc:sldMkLst>
      </pc:sldChg>
      <pc:sldChg chg="addSp delSp modSp add mod">
        <pc:chgData name="Phoebe Grant" userId="75fb2f6f-a730-401c-a49c-7b6cdd90a996" providerId="ADAL" clId="{F0497F2E-8526-D74D-8118-1898B975E959}" dt="2025-03-18T12:12:27.565" v="4011" actId="1035"/>
        <pc:sldMkLst>
          <pc:docMk/>
          <pc:sldMk cId="4138788088" sldId="472"/>
        </pc:sldMkLst>
      </pc:sldChg>
      <pc:sldChg chg="addSp delSp modSp add mod">
        <pc:chgData name="Phoebe Grant" userId="75fb2f6f-a730-401c-a49c-7b6cdd90a996" providerId="ADAL" clId="{F0497F2E-8526-D74D-8118-1898B975E959}" dt="2025-03-24T03:47:51.978" v="4632" actId="1038"/>
        <pc:sldMkLst>
          <pc:docMk/>
          <pc:sldMk cId="1057919284" sldId="473"/>
        </pc:sldMkLst>
      </pc:sldChg>
      <pc:sldChg chg="add del">
        <pc:chgData name="Phoebe Grant" userId="75fb2f6f-a730-401c-a49c-7b6cdd90a996" providerId="ADAL" clId="{F0497F2E-8526-D74D-8118-1898B975E959}" dt="2025-03-24T04:01:31.735" v="4704" actId="2696"/>
        <pc:sldMkLst>
          <pc:docMk/>
          <pc:sldMk cId="4108350711" sldId="474"/>
        </pc:sldMkLst>
      </pc:sldChg>
      <pc:sldMasterChg chg="del setBg delSldLayout modSldLayout">
        <pc:chgData name="Phoebe Grant" userId="75fb2f6f-a730-401c-a49c-7b6cdd90a996" providerId="ADAL" clId="{F0497F2E-8526-D74D-8118-1898B975E959}" dt="2025-03-18T12:10:44.249" v="3979" actId="2696"/>
        <pc:sldMasterMkLst>
          <pc:docMk/>
          <pc:sldMasterMk cId="1522042691" sldId="2147483660"/>
        </pc:sldMasterMkLst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2909737252" sldId="2147483661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168445268" sldId="2147483662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2803234497" sldId="2147483663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980432850" sldId="2147483664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3104783005" sldId="2147483665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3334573547" sldId="2147483666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904015038" sldId="2147483667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520588378" sldId="2147483668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127591829" sldId="2147483669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190971486" sldId="2147483670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428857682" sldId="2147483671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3684482446" sldId="2147483672"/>
          </pc:sldLayoutMkLst>
        </pc:sldLayoutChg>
      </pc:sldMasterChg>
      <pc:sldMasterChg chg="setBg modSldLayout">
        <pc:chgData name="Phoebe Grant" userId="75fb2f6f-a730-401c-a49c-7b6cdd90a996" providerId="ADAL" clId="{F0497F2E-8526-D74D-8118-1898B975E959}" dt="2025-03-18T10:16:32.525" v="9"/>
        <pc:sldMasterMkLst>
          <pc:docMk/>
          <pc:sldMasterMk cId="1832478643" sldId="2147483673"/>
        </pc:sldMasterMkLst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785213378" sldId="2147483674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986302400" sldId="2147483675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975414344" sldId="2147483676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363623189" sldId="2147483677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440397943" sldId="2147483678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3695823550" sldId="2147483679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259345799" sldId="2147483680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1300421707" sldId="2147483681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737350445" sldId="2147483682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1594168631" sldId="2147483683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592679486" sldId="2147483684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3012630402" sldId="2147483685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3426398646" sldId="2147483686"/>
          </pc:sldLayoutMkLst>
        </pc:sldLayoutChg>
      </pc:sldMasterChg>
    </pc:docChg>
  </pc:docChgLst>
  <pc:docChgLst>
    <pc:chgData name="Phoebe Grant" userId="75fb2f6f-a730-401c-a49c-7b6cdd90a996" providerId="ADAL" clId="{E7691FA8-6695-184C-9526-E12720CB2ECE}"/>
    <pc:docChg chg="undo custSel addSld delSld modSld">
      <pc:chgData name="Phoebe Grant" userId="75fb2f6f-a730-401c-a49c-7b6cdd90a996" providerId="ADAL" clId="{E7691FA8-6695-184C-9526-E12720CB2ECE}" dt="2025-04-01T07:54:37.042" v="81" actId="2696"/>
      <pc:docMkLst>
        <pc:docMk/>
      </pc:docMkLst>
      <pc:sldChg chg="modSp mod">
        <pc:chgData name="Phoebe Grant" userId="75fb2f6f-a730-401c-a49c-7b6cdd90a996" providerId="ADAL" clId="{E7691FA8-6695-184C-9526-E12720CB2ECE}" dt="2025-04-01T07:54:01.913" v="60" actId="20577"/>
        <pc:sldMkLst>
          <pc:docMk/>
          <pc:sldMk cId="2769659401" sldId="359"/>
        </pc:sldMkLst>
      </pc:sldChg>
      <pc:sldChg chg="del">
        <pc:chgData name="Phoebe Grant" userId="75fb2f6f-a730-401c-a49c-7b6cdd90a996" providerId="ADAL" clId="{E7691FA8-6695-184C-9526-E12720CB2ECE}" dt="2025-04-01T07:54:27.439" v="73" actId="2696"/>
        <pc:sldMkLst>
          <pc:docMk/>
          <pc:sldMk cId="2429775132" sldId="367"/>
        </pc:sldMkLst>
      </pc:sldChg>
      <pc:sldChg chg="del">
        <pc:chgData name="Phoebe Grant" userId="75fb2f6f-a730-401c-a49c-7b6cdd90a996" providerId="ADAL" clId="{E7691FA8-6695-184C-9526-E12720CB2ECE}" dt="2025-04-01T07:54:27.728" v="74" actId="2696"/>
        <pc:sldMkLst>
          <pc:docMk/>
          <pc:sldMk cId="1999823537" sldId="368"/>
        </pc:sldMkLst>
      </pc:sldChg>
      <pc:sldChg chg="del">
        <pc:chgData name="Phoebe Grant" userId="75fb2f6f-a730-401c-a49c-7b6cdd90a996" providerId="ADAL" clId="{E7691FA8-6695-184C-9526-E12720CB2ECE}" dt="2025-04-01T07:54:28.055" v="75" actId="2696"/>
        <pc:sldMkLst>
          <pc:docMk/>
          <pc:sldMk cId="2648109938" sldId="369"/>
        </pc:sldMkLst>
      </pc:sldChg>
      <pc:sldChg chg="del">
        <pc:chgData name="Phoebe Grant" userId="75fb2f6f-a730-401c-a49c-7b6cdd90a996" providerId="ADAL" clId="{E7691FA8-6695-184C-9526-E12720CB2ECE}" dt="2025-04-01T07:54:32.846" v="78" actId="2696"/>
        <pc:sldMkLst>
          <pc:docMk/>
          <pc:sldMk cId="254748964" sldId="460"/>
        </pc:sldMkLst>
      </pc:sldChg>
      <pc:sldChg chg="add del">
        <pc:chgData name="Phoebe Grant" userId="75fb2f6f-a730-401c-a49c-7b6cdd90a996" providerId="ADAL" clId="{E7691FA8-6695-184C-9526-E12720CB2ECE}" dt="2025-04-01T07:54:31.647" v="77" actId="2696"/>
        <pc:sldMkLst>
          <pc:docMk/>
          <pc:sldMk cId="2295897009" sldId="461"/>
        </pc:sldMkLst>
      </pc:sldChg>
      <pc:sldChg chg="del">
        <pc:chgData name="Phoebe Grant" userId="75fb2f6f-a730-401c-a49c-7b6cdd90a996" providerId="ADAL" clId="{E7691FA8-6695-184C-9526-E12720CB2ECE}" dt="2025-04-01T07:54:33.264" v="79" actId="2696"/>
        <pc:sldMkLst>
          <pc:docMk/>
          <pc:sldMk cId="1665391416" sldId="462"/>
        </pc:sldMkLst>
      </pc:sldChg>
      <pc:sldChg chg="del">
        <pc:chgData name="Phoebe Grant" userId="75fb2f6f-a730-401c-a49c-7b6cdd90a996" providerId="ADAL" clId="{E7691FA8-6695-184C-9526-E12720CB2ECE}" dt="2025-04-01T07:54:33.797" v="80" actId="2696"/>
        <pc:sldMkLst>
          <pc:docMk/>
          <pc:sldMk cId="2714188845" sldId="463"/>
        </pc:sldMkLst>
      </pc:sldChg>
      <pc:sldChg chg="del">
        <pc:chgData name="Phoebe Grant" userId="75fb2f6f-a730-401c-a49c-7b6cdd90a996" providerId="ADAL" clId="{E7691FA8-6695-184C-9526-E12720CB2ECE}" dt="2025-04-01T07:54:37.042" v="81" actId="2696"/>
        <pc:sldMkLst>
          <pc:docMk/>
          <pc:sldMk cId="2714973749" sldId="465"/>
        </pc:sldMkLst>
      </pc:sldChg>
      <pc:sldChg chg="modSp mod">
        <pc:chgData name="Phoebe Grant" userId="75fb2f6f-a730-401c-a49c-7b6cdd90a996" providerId="ADAL" clId="{E7691FA8-6695-184C-9526-E12720CB2ECE}" dt="2025-04-01T07:53:49.391" v="59" actId="206"/>
        <pc:sldMkLst>
          <pc:docMk/>
          <pc:sldMk cId="4256732837" sldId="471"/>
        </pc:sldMkLst>
      </pc:sldChg>
      <pc:sldChg chg="modSp mod">
        <pc:chgData name="Phoebe Grant" userId="75fb2f6f-a730-401c-a49c-7b6cdd90a996" providerId="ADAL" clId="{E7691FA8-6695-184C-9526-E12720CB2ECE}" dt="2025-04-01T07:54:23" v="72" actId="20577"/>
        <pc:sldMkLst>
          <pc:docMk/>
          <pc:sldMk cId="1057919284" sldId="473"/>
        </pc:sldMkLst>
      </pc:sldChg>
    </pc:docChg>
  </pc:docChgLst>
  <pc:docChgLst>
    <pc:chgData name="Akansha Sharma" userId="e3f40730-37fe-4349-8652-41c58bf48ae7" providerId="ADAL" clId="{310FEF0B-C98E-4D82-AF77-EB31DF64996F}"/>
    <pc:docChg chg="undo custSel modSld">
      <pc:chgData name="Akansha Sharma" userId="e3f40730-37fe-4349-8652-41c58bf48ae7" providerId="ADAL" clId="{310FEF0B-C98E-4D82-AF77-EB31DF64996F}" dt="2025-09-22T23:36:36.157" v="3" actId="1076"/>
      <pc:docMkLst>
        <pc:docMk/>
      </pc:docMkLst>
      <pc:sldChg chg="modSp mod">
        <pc:chgData name="Akansha Sharma" userId="e3f40730-37fe-4349-8652-41c58bf48ae7" providerId="ADAL" clId="{310FEF0B-C98E-4D82-AF77-EB31DF64996F}" dt="2025-09-22T23:36:36.157" v="3" actId="1076"/>
        <pc:sldMkLst>
          <pc:docMk/>
          <pc:sldMk cId="0" sldId="487"/>
        </pc:sldMkLst>
        <pc:picChg chg="mod">
          <ac:chgData name="Akansha Sharma" userId="e3f40730-37fe-4349-8652-41c58bf48ae7" providerId="ADAL" clId="{310FEF0B-C98E-4D82-AF77-EB31DF64996F}" dt="2025-09-22T23:36:36.157" v="3" actId="1076"/>
          <ac:picMkLst>
            <pc:docMk/>
            <pc:sldMk cId="0" sldId="487"/>
            <ac:picMk id="3" creationId="{00000000-0000-0000-0000-000000000000}"/>
          </ac:picMkLst>
        </pc:picChg>
      </pc:sldChg>
    </pc:docChg>
  </pc:docChgLst>
  <pc:docChgLst>
    <pc:chgData name="Phoebe Grant" userId="75fb2f6f-a730-401c-a49c-7b6cdd90a996" providerId="ADAL" clId="{064D0F57-8702-5646-838C-DFF60BE7898C}"/>
    <pc:docChg chg="undo custSel modSld">
      <pc:chgData name="Phoebe Grant" userId="75fb2f6f-a730-401c-a49c-7b6cdd90a996" providerId="ADAL" clId="{064D0F57-8702-5646-838C-DFF60BE7898C}" dt="2025-04-14T00:28:31.501" v="24" actId="20577"/>
      <pc:docMkLst>
        <pc:docMk/>
      </pc:docMkLst>
      <pc:sldChg chg="modSp mod">
        <pc:chgData name="Phoebe Grant" userId="75fb2f6f-a730-401c-a49c-7b6cdd90a996" providerId="ADAL" clId="{064D0F57-8702-5646-838C-DFF60BE7898C}" dt="2025-04-14T00:28:31.501" v="24" actId="20577"/>
        <pc:sldMkLst>
          <pc:docMk/>
          <pc:sldMk cId="0" sldId="487"/>
        </pc:sldMkLst>
      </pc:sldChg>
    </pc:docChg>
  </pc:docChgLst>
  <pc:docChgLst>
    <pc:chgData name="Phoebe Grant" userId="75fb2f6f-a730-401c-a49c-7b6cdd90a996" providerId="ADAL" clId="{F06ED864-6AFE-2C43-8261-7481C27F2115}"/>
    <pc:docChg chg="undo custSel addSld delSld modSld">
      <pc:chgData name="Phoebe Grant" userId="75fb2f6f-a730-401c-a49c-7b6cdd90a996" providerId="ADAL" clId="{F06ED864-6AFE-2C43-8261-7481C27F2115}" dt="2025-04-11T11:49:59.009" v="512" actId="2696"/>
      <pc:docMkLst>
        <pc:docMk/>
      </pc:docMkLst>
      <pc:sldChg chg="modSp mod">
        <pc:chgData name="Phoebe Grant" userId="75fb2f6f-a730-401c-a49c-7b6cdd90a996" providerId="ADAL" clId="{F06ED864-6AFE-2C43-8261-7481C27F2115}" dt="2025-04-11T11:26:48.905" v="459" actId="1076"/>
        <pc:sldMkLst>
          <pc:docMk/>
          <pc:sldMk cId="2769659401" sldId="359"/>
        </pc:sldMkLst>
      </pc:sldChg>
      <pc:sldChg chg="modSp mod">
        <pc:chgData name="Phoebe Grant" userId="75fb2f6f-a730-401c-a49c-7b6cdd90a996" providerId="ADAL" clId="{F06ED864-6AFE-2C43-8261-7481C27F2115}" dt="2025-04-11T11:16:40.025" v="257" actId="20577"/>
        <pc:sldMkLst>
          <pc:docMk/>
          <pc:sldMk cId="3763891450" sldId="484"/>
        </pc:sldMkLst>
      </pc:sldChg>
      <pc:sldChg chg="addSp modSp del mod">
        <pc:chgData name="Phoebe Grant" userId="75fb2f6f-a730-401c-a49c-7b6cdd90a996" providerId="ADAL" clId="{F06ED864-6AFE-2C43-8261-7481C27F2115}" dt="2025-04-11T11:49:59.009" v="512" actId="2696"/>
        <pc:sldMkLst>
          <pc:docMk/>
          <pc:sldMk cId="0" sldId="486"/>
        </pc:sldMkLst>
      </pc:sldChg>
      <pc:sldChg chg="addSp delSp modSp add del mod">
        <pc:chgData name="Phoebe Grant" userId="75fb2f6f-a730-401c-a49c-7b6cdd90a996" providerId="ADAL" clId="{F06ED864-6AFE-2C43-8261-7481C27F2115}" dt="2025-04-11T11:49:55.382" v="511"/>
        <pc:sldMkLst>
          <pc:docMk/>
          <pc:sldMk cId="0" sldId="4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86F8C-9B09-4EC2-86F3-19479B068E61}" type="datetimeFigureOut">
              <a:rPr lang="en-AU" smtClean="0"/>
              <a:t>10/7/2026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694B3-EE54-4BDD-8CA9-DD371BA26D6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070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17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ECA2-AA68-4FE9-C706-84A34709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4CA34-3642-F274-0599-A53588210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12EEA-1A5F-9BC2-DB34-88FDDE6F2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1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0F39-7543-4EEE-D46A-345995113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8"/>
            <a:ext cx="8018860" cy="2631886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0BF4D-CA2F-C061-E7F7-A465A05FA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79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0" indent="0" algn="ctr">
              <a:buNone/>
              <a:defRPr sz="1754"/>
            </a:lvl2pPr>
            <a:lvl3pPr marL="801940" indent="0" algn="ctr">
              <a:buNone/>
              <a:defRPr sz="1579"/>
            </a:lvl3pPr>
            <a:lvl4pPr marL="1202910" indent="0" algn="ctr">
              <a:buNone/>
              <a:defRPr sz="1403"/>
            </a:lvl4pPr>
            <a:lvl5pPr marL="1603880" indent="0" algn="ctr">
              <a:buNone/>
              <a:defRPr sz="1403"/>
            </a:lvl5pPr>
            <a:lvl6pPr marL="2004850" indent="0" algn="ctr">
              <a:buNone/>
              <a:defRPr sz="1403"/>
            </a:lvl6pPr>
            <a:lvl7pPr marL="2405820" indent="0" algn="ctr">
              <a:buNone/>
              <a:defRPr sz="1403"/>
            </a:lvl7pPr>
            <a:lvl8pPr marL="2806790" indent="0" algn="ctr">
              <a:buNone/>
              <a:defRPr sz="1403"/>
            </a:lvl8pPr>
            <a:lvl9pPr marL="3207760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AE92F-B6C7-3BDF-401F-6437E4F5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16A4-EE51-3343-A1BC-2CE6C18C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35C1-A07E-C53C-6986-D0C5355C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21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B119-8899-6A55-B872-D77383F4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2850-7C0B-532D-776C-7B8BCE00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21F95-0B65-8A9C-4642-97D002E8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24DC1-44D6-03E9-33B7-FC9755E0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64B0-8D4A-E2C8-7245-5A738E0B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630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3E0F-39EC-B618-B029-9AF57D7D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1884669"/>
            <a:ext cx="9221689" cy="3144615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587CE-16BC-EE3B-3529-CB68AADB3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5059034"/>
            <a:ext cx="9221689" cy="1653679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097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194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291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388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485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582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67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776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3EAFC-873F-F9A3-2B52-D17C1590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1203-2744-35DE-3137-9EB891B2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E967A-03FD-DE9F-42D5-8F67B57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41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D786-0FF4-E366-4120-F77C1130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D451F-BFAB-ABC2-0870-22981AC75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2" y="2012413"/>
            <a:ext cx="4544021" cy="47965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2E86E-5CCD-4DF7-792B-393F13CA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2012413"/>
            <a:ext cx="4544021" cy="47965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8FCC0-4789-0660-062D-DFF8EC78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C3826-A5BC-020D-A8C3-E27B48B9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884A6-69BB-87CD-C30E-0B0A89E8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2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8AF5-7D49-41AC-1979-EC719C55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02483"/>
            <a:ext cx="9221689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304F6-7805-CBA5-98E2-7EE8D0B1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6" y="1853172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70" indent="0">
              <a:buNone/>
              <a:defRPr sz="1754" b="1"/>
            </a:lvl2pPr>
            <a:lvl3pPr marL="801940" indent="0">
              <a:buNone/>
              <a:defRPr sz="1579" b="1"/>
            </a:lvl3pPr>
            <a:lvl4pPr marL="1202910" indent="0">
              <a:buNone/>
              <a:defRPr sz="1403" b="1"/>
            </a:lvl4pPr>
            <a:lvl5pPr marL="1603880" indent="0">
              <a:buNone/>
              <a:defRPr sz="1403" b="1"/>
            </a:lvl5pPr>
            <a:lvl6pPr marL="2004850" indent="0">
              <a:buNone/>
              <a:defRPr sz="1403" b="1"/>
            </a:lvl6pPr>
            <a:lvl7pPr marL="2405820" indent="0">
              <a:buNone/>
              <a:defRPr sz="1403" b="1"/>
            </a:lvl7pPr>
            <a:lvl8pPr marL="2806790" indent="0">
              <a:buNone/>
              <a:defRPr sz="1403" b="1"/>
            </a:lvl8pPr>
            <a:lvl9pPr marL="3207760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D5F80-A78C-36EF-AD8B-66ECDDA22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6" y="2761382"/>
            <a:ext cx="4523138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F39D2-05B3-0B46-A3C0-F2AB86C8D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1853172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70" indent="0">
              <a:buNone/>
              <a:defRPr sz="1754" b="1"/>
            </a:lvl2pPr>
            <a:lvl3pPr marL="801940" indent="0">
              <a:buNone/>
              <a:defRPr sz="1579" b="1"/>
            </a:lvl3pPr>
            <a:lvl4pPr marL="1202910" indent="0">
              <a:buNone/>
              <a:defRPr sz="1403" b="1"/>
            </a:lvl4pPr>
            <a:lvl5pPr marL="1603880" indent="0">
              <a:buNone/>
              <a:defRPr sz="1403" b="1"/>
            </a:lvl5pPr>
            <a:lvl6pPr marL="2004850" indent="0">
              <a:buNone/>
              <a:defRPr sz="1403" b="1"/>
            </a:lvl6pPr>
            <a:lvl7pPr marL="2405820" indent="0">
              <a:buNone/>
              <a:defRPr sz="1403" b="1"/>
            </a:lvl7pPr>
            <a:lvl8pPr marL="2806790" indent="0">
              <a:buNone/>
              <a:defRPr sz="1403" b="1"/>
            </a:lvl8pPr>
            <a:lvl9pPr marL="3207760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A33A5-DD9C-70CD-48BC-579BE269C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2761382"/>
            <a:ext cx="4545413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EE243-6F4D-FFAC-41FC-8122A3E2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36CD-CFBB-A4E9-AEA2-8EDC70C9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EF763-7C3A-4F21-3B63-827060BE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39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52F3-405A-D793-C6DF-28F36466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780BA-CB99-C96E-A609-9A4676AB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B478D-78EB-D948-2AE5-97CB50D7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B5CBF-1369-5FC0-FA35-A629C597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82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4C385-DBB7-E2C3-7F57-0EA218A4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9CBD8-2917-5974-89CA-218E1290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C187F-0E66-1AE3-A285-599011D8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34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6A5B-53B1-14EE-79AD-CE7A6761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9"/>
            <a:ext cx="3448388" cy="1763924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BFB7-0D41-7EC5-A6D8-FCD602319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4"/>
            <a:ext cx="5412731" cy="5372269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74C7F-F3A8-75EE-1A6C-39D8ECEC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3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70" indent="0">
              <a:buNone/>
              <a:defRPr sz="1228"/>
            </a:lvl2pPr>
            <a:lvl3pPr marL="801940" indent="0">
              <a:buNone/>
              <a:defRPr sz="1053"/>
            </a:lvl3pPr>
            <a:lvl4pPr marL="1202910" indent="0">
              <a:buNone/>
              <a:defRPr sz="877"/>
            </a:lvl4pPr>
            <a:lvl5pPr marL="1603880" indent="0">
              <a:buNone/>
              <a:defRPr sz="877"/>
            </a:lvl5pPr>
            <a:lvl6pPr marL="2004850" indent="0">
              <a:buNone/>
              <a:defRPr sz="877"/>
            </a:lvl6pPr>
            <a:lvl7pPr marL="2405820" indent="0">
              <a:buNone/>
              <a:defRPr sz="877"/>
            </a:lvl7pPr>
            <a:lvl8pPr marL="2806790" indent="0">
              <a:buNone/>
              <a:defRPr sz="877"/>
            </a:lvl8pPr>
            <a:lvl9pPr marL="3207760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1CA34-1358-9E40-B463-58B99966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0B299-5DBD-B977-AC5E-71441801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97F8F-872B-65A9-2BC7-B615634A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042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C475-79C9-0276-2179-5B852C4B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9"/>
            <a:ext cx="3448388" cy="1763924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10624-7306-4468-8F16-9B035B4FF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1088454"/>
            <a:ext cx="5412731" cy="5372269"/>
          </a:xfrm>
        </p:spPr>
        <p:txBody>
          <a:bodyPr/>
          <a:lstStyle>
            <a:lvl1pPr marL="0" indent="0">
              <a:buNone/>
              <a:defRPr sz="2807"/>
            </a:lvl1pPr>
            <a:lvl2pPr marL="400970" indent="0">
              <a:buNone/>
              <a:defRPr sz="2456"/>
            </a:lvl2pPr>
            <a:lvl3pPr marL="801940" indent="0">
              <a:buNone/>
              <a:defRPr sz="2105"/>
            </a:lvl3pPr>
            <a:lvl4pPr marL="1202910" indent="0">
              <a:buNone/>
              <a:defRPr sz="1754"/>
            </a:lvl4pPr>
            <a:lvl5pPr marL="1603880" indent="0">
              <a:buNone/>
              <a:defRPr sz="1754"/>
            </a:lvl5pPr>
            <a:lvl6pPr marL="2004850" indent="0">
              <a:buNone/>
              <a:defRPr sz="1754"/>
            </a:lvl6pPr>
            <a:lvl7pPr marL="2405820" indent="0">
              <a:buNone/>
              <a:defRPr sz="1754"/>
            </a:lvl7pPr>
            <a:lvl8pPr marL="2806790" indent="0">
              <a:buNone/>
              <a:defRPr sz="1754"/>
            </a:lvl8pPr>
            <a:lvl9pPr marL="3207760" indent="0">
              <a:buNone/>
              <a:defRPr sz="1754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234C-368A-E869-84A4-F29A9D18B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3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70" indent="0">
              <a:buNone/>
              <a:defRPr sz="1228"/>
            </a:lvl2pPr>
            <a:lvl3pPr marL="801940" indent="0">
              <a:buNone/>
              <a:defRPr sz="1053"/>
            </a:lvl3pPr>
            <a:lvl4pPr marL="1202910" indent="0">
              <a:buNone/>
              <a:defRPr sz="877"/>
            </a:lvl4pPr>
            <a:lvl5pPr marL="1603880" indent="0">
              <a:buNone/>
              <a:defRPr sz="877"/>
            </a:lvl5pPr>
            <a:lvl6pPr marL="2004850" indent="0">
              <a:buNone/>
              <a:defRPr sz="877"/>
            </a:lvl6pPr>
            <a:lvl7pPr marL="2405820" indent="0">
              <a:buNone/>
              <a:defRPr sz="877"/>
            </a:lvl7pPr>
            <a:lvl8pPr marL="2806790" indent="0">
              <a:buNone/>
              <a:defRPr sz="877"/>
            </a:lvl8pPr>
            <a:lvl9pPr marL="3207760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6D1F4-0A1C-06F0-2209-30EA8CC8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13F6D-07AB-33BA-4372-60BC5849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D0D57-BE17-9606-ACF7-44C0A1F2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35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A4CA-898D-7D24-1F79-B6D30657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4FC56-625E-ED87-5934-9DA1A6C10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0942-B88C-7334-695C-358410E0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F64F3-1126-77A5-FA9B-04DAD7D7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1512-754E-EB73-B545-40F0EBA4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16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F6D1C-69D9-B9D5-3E7B-89701D42B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A2576-B796-1023-8141-81449904D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2" y="402483"/>
            <a:ext cx="6782619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C5C13-9765-F277-1D91-CC3D2BDF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282F-E1C8-A253-41AC-24841125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3339-1D56-FBBD-7B86-E9396C7F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79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7" y="1237198"/>
            <a:ext cx="9088041" cy="2631887"/>
          </a:xfrm>
        </p:spPr>
        <p:txBody>
          <a:bodyPr anchor="b"/>
          <a:lstStyle>
            <a:lvl1pPr algn="ctr">
              <a:defRPr sz="6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5"/>
            </a:lvl1pPr>
            <a:lvl2pPr marL="503720" indent="0" algn="ctr">
              <a:buNone/>
              <a:defRPr sz="2204"/>
            </a:lvl2pPr>
            <a:lvl3pPr marL="1007439" indent="0" algn="ctr">
              <a:buNone/>
              <a:defRPr sz="1983"/>
            </a:lvl3pPr>
            <a:lvl4pPr marL="1511159" indent="0" algn="ctr">
              <a:buNone/>
              <a:defRPr sz="1763"/>
            </a:lvl4pPr>
            <a:lvl5pPr marL="2014878" indent="0" algn="ctr">
              <a:buNone/>
              <a:defRPr sz="1763"/>
            </a:lvl5pPr>
            <a:lvl6pPr marL="2518598" indent="0" algn="ctr">
              <a:buNone/>
              <a:defRPr sz="1763"/>
            </a:lvl6pPr>
            <a:lvl7pPr marL="3022317" indent="0" algn="ctr">
              <a:buNone/>
              <a:defRPr sz="1763"/>
            </a:lvl7pPr>
            <a:lvl8pPr marL="3526037" indent="0" algn="ctr">
              <a:buNone/>
              <a:defRPr sz="1763"/>
            </a:lvl8pPr>
            <a:lvl9pPr marL="4029756" indent="0" algn="ctr">
              <a:buNone/>
              <a:defRPr sz="176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3B278F-3762-4A39-989F-F3BE113C4A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9339" y="358776"/>
            <a:ext cx="2794000" cy="2047875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63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20" indent="0">
              <a:buNone/>
              <a:defRPr sz="2204" b="1"/>
            </a:lvl2pPr>
            <a:lvl3pPr marL="1007439" indent="0">
              <a:buNone/>
              <a:defRPr sz="1983" b="1"/>
            </a:lvl3pPr>
            <a:lvl4pPr marL="1511159" indent="0">
              <a:buNone/>
              <a:defRPr sz="1763" b="1"/>
            </a:lvl4pPr>
            <a:lvl5pPr marL="2014878" indent="0">
              <a:buNone/>
              <a:defRPr sz="1763" b="1"/>
            </a:lvl5pPr>
            <a:lvl6pPr marL="2518598" indent="0">
              <a:buNone/>
              <a:defRPr sz="1763" b="1"/>
            </a:lvl6pPr>
            <a:lvl7pPr marL="3022317" indent="0">
              <a:buNone/>
              <a:defRPr sz="1763" b="1"/>
            </a:lvl7pPr>
            <a:lvl8pPr marL="3526037" indent="0">
              <a:buNone/>
              <a:defRPr sz="1763" b="1"/>
            </a:lvl8pPr>
            <a:lvl9pPr marL="4029756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2" y="1853171"/>
            <a:ext cx="4545413" cy="908210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20" indent="0">
              <a:buNone/>
              <a:defRPr sz="2204" b="1"/>
            </a:lvl2pPr>
            <a:lvl3pPr marL="1007439" indent="0">
              <a:buNone/>
              <a:defRPr sz="1983" b="1"/>
            </a:lvl3pPr>
            <a:lvl4pPr marL="1511159" indent="0">
              <a:buNone/>
              <a:defRPr sz="1763" b="1"/>
            </a:lvl4pPr>
            <a:lvl5pPr marL="2014878" indent="0">
              <a:buNone/>
              <a:defRPr sz="1763" b="1"/>
            </a:lvl5pPr>
            <a:lvl6pPr marL="2518598" indent="0">
              <a:buNone/>
              <a:defRPr sz="1763" b="1"/>
            </a:lvl6pPr>
            <a:lvl7pPr marL="3022317" indent="0">
              <a:buNone/>
              <a:defRPr sz="1763" b="1"/>
            </a:lvl7pPr>
            <a:lvl8pPr marL="3526037" indent="0">
              <a:buNone/>
              <a:defRPr sz="1763" b="1"/>
            </a:lvl8pPr>
            <a:lvl9pPr marL="4029756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2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541726-614E-4BFF-B662-DFA9E1C224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025" y="457201"/>
            <a:ext cx="4251325" cy="2790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39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994A8-B387-F4B0-A587-74AB2C26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402483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632AB-713D-8B64-57E0-D899A378E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2012413"/>
            <a:ext cx="9221689" cy="479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950D5-869C-A44D-58CB-6C80358B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8ED9-E513-F6D8-C39E-05C4C8A23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7006699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848B0-FD90-F61C-9880-BA17F2E5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4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2478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801940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485" indent="-200485" algn="l" defTabSz="801940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5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2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9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66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3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0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7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4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8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5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2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9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6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C41A-C63A-3684-54FA-C35377CA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9ACB1AF1-4E77-CC7E-C05E-894F4287C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600"/>
            <a:ext cx="10692000" cy="7559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D64519-3903-7A08-C402-AA341B238D69}"/>
              </a:ext>
            </a:extLst>
          </p:cNvPr>
          <p:cNvSpPr txBox="1"/>
          <p:nvPr/>
        </p:nvSpPr>
        <p:spPr>
          <a:xfrm>
            <a:off x="1053775" y="1319057"/>
            <a:ext cx="846423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7460"/>
              </a:lnSpc>
            </a:pPr>
            <a:r>
              <a:rPr lang="en-US" sz="7200" b="1" dirty="0">
                <a:solidFill>
                  <a:schemeClr val="tx2"/>
                </a:solidFill>
                <a:latin typeface="Montserrat" pitchFamily="2" charset="77"/>
              </a:rPr>
              <a:t>The proof is</a:t>
            </a:r>
          </a:p>
          <a:p>
            <a:pPr defTabSz="914309">
              <a:lnSpc>
                <a:spcPts val="7460"/>
              </a:lnSpc>
            </a:pPr>
            <a:r>
              <a:rPr lang="en-US" sz="7200" b="1" dirty="0">
                <a:solidFill>
                  <a:schemeClr val="tx2"/>
                </a:solidFill>
                <a:latin typeface="Montserrat" pitchFamily="2" charset="77"/>
              </a:rPr>
              <a:t>in the posting…</a:t>
            </a:r>
          </a:p>
        </p:txBody>
      </p:sp>
      <p:pic>
        <p:nvPicPr>
          <p:cNvPr id="8" name="Picture 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168A3BCC-7F2D-3F5C-7781-6AF59CD78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547998"/>
            <a:ext cx="1612434" cy="5245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46D571-7AD2-4B5D-F96A-E0224265CB76}"/>
              </a:ext>
            </a:extLst>
          </p:cNvPr>
          <p:cNvSpPr/>
          <p:nvPr/>
        </p:nvSpPr>
        <p:spPr>
          <a:xfrm>
            <a:off x="0" y="0"/>
            <a:ext cx="440498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C73BC-B898-F7CA-85F7-43FE511E1AED}"/>
              </a:ext>
            </a:extLst>
          </p:cNvPr>
          <p:cNvSpPr txBox="1"/>
          <p:nvPr/>
        </p:nvSpPr>
        <p:spPr>
          <a:xfrm>
            <a:off x="1053774" y="6442012"/>
            <a:ext cx="8591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3600" b="1" dirty="0">
                <a:latin typeface="Montserrat" pitchFamily="2" charset="77"/>
              </a:rPr>
              <a:t>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11A040-C0B3-219E-D6C2-075101857D18}"/>
              </a:ext>
            </a:extLst>
          </p:cNvPr>
          <p:cNvSpPr txBox="1"/>
          <p:nvPr/>
        </p:nvSpPr>
        <p:spPr>
          <a:xfrm>
            <a:off x="1053774" y="3499974"/>
            <a:ext cx="9125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5400" b="1" dirty="0">
                <a:latin typeface="Montserrat" pitchFamily="2" charset="77"/>
              </a:rPr>
              <a:t>Client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C000DE-4FEC-64DC-9BE6-49DF849D5EC7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54F2B-B687-49E9-0B6A-BC6208573355}"/>
              </a:ext>
            </a:extLst>
          </p:cNvPr>
          <p:cNvSpPr txBox="1"/>
          <p:nvPr/>
        </p:nvSpPr>
        <p:spPr>
          <a:xfrm>
            <a:off x="1053774" y="5667948"/>
            <a:ext cx="9172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3600" b="1" dirty="0">
                <a:solidFill>
                  <a:schemeClr val="tx2"/>
                </a:solidFill>
                <a:latin typeface="Montserrat" pitchFamily="2" charset="77"/>
              </a:rPr>
              <a:t>Campaign Name</a:t>
            </a:r>
          </a:p>
        </p:txBody>
      </p:sp>
    </p:spTree>
    <p:extLst>
      <p:ext uri="{BB962C8B-B14F-4D97-AF65-F5344CB8AC3E}">
        <p14:creationId xmlns:p14="http://schemas.microsoft.com/office/powerpoint/2010/main" val="276965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BC9DF296-65B0-CEB9-5F43-C955D3CBE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44"/>
            <a:ext cx="1069181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Bairnsdale (Digital) - 38752-D - Swoop - Digital - 2211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200" y="1605600"/>
            <a:ext cx="6177600" cy="463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1600" y="900000"/>
            <a:ext cx="1112400" cy="44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D7DF23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Site: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600" y="6480000"/>
            <a:ext cx="1713600" cy="44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D7DF23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Live Date: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9600" y="900000"/>
            <a:ext cx="177484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Site Name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4400" y="6480000"/>
            <a:ext cx="186461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300" dirty="0">
                <a:solidFill>
                  <a:srgbClr val="FFFFFF"/>
                </a:solidFill>
                <a:latin typeface="Montserrat Bold"/>
              </a:rPr>
              <a:t>DD/MM/YY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F4D66B-9B04-8320-32BD-C2F8C10E7EAA}"/>
              </a:ext>
            </a:extLst>
          </p:cNvPr>
          <p:cNvSpPr/>
          <p:nvPr/>
        </p:nvSpPr>
        <p:spPr>
          <a:xfrm>
            <a:off x="0" y="0"/>
            <a:ext cx="439200" cy="7560000"/>
          </a:xfrm>
          <a:prstGeom prst="rect">
            <a:avLst/>
          </a:prstGeom>
          <a:solidFill>
            <a:srgbClr val="D7D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6D3F6-281F-7A03-21EA-11907ECF2021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  <p:pic>
        <p:nvPicPr>
          <p:cNvPr id="11" name="Picture 10" descr="GAWK LOGO (PURPLE).png">
            <a:extLst>
              <a:ext uri="{FF2B5EF4-FFF2-40B4-BE49-F238E27FC236}">
                <a16:creationId xmlns:a16="http://schemas.microsoft.com/office/drawing/2014/main" id="{EFFC5242-FD8F-CA5B-41CE-0CE696CAD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000" y="547200"/>
            <a:ext cx="1616400" cy="52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9B18-308B-7304-D893-32297F1E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9C5062B0-5366-A853-9818-554B2956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44"/>
            <a:ext cx="10691812" cy="75596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346909-70E5-7B08-702C-BF4F4CC28CC9}"/>
              </a:ext>
            </a:extLst>
          </p:cNvPr>
          <p:cNvSpPr/>
          <p:nvPr/>
        </p:nvSpPr>
        <p:spPr>
          <a:xfrm>
            <a:off x="0" y="0"/>
            <a:ext cx="440498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DDC3FEB4-07ED-D88E-6B8A-3C462B9D4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547998"/>
            <a:ext cx="1612434" cy="5245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6972FF-B9E0-08C7-7228-43347758D68C}"/>
              </a:ext>
            </a:extLst>
          </p:cNvPr>
          <p:cNvSpPr txBox="1"/>
          <p:nvPr/>
        </p:nvSpPr>
        <p:spPr>
          <a:xfrm>
            <a:off x="984327" y="2038734"/>
            <a:ext cx="9195223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11000"/>
              </a:lnSpc>
            </a:pPr>
            <a:r>
              <a:rPr lang="en-US" sz="11000" b="1" dirty="0">
                <a:solidFill>
                  <a:schemeClr val="tx2"/>
                </a:solidFill>
                <a:latin typeface="Montserrat" pitchFamily="2" charset="77"/>
              </a:rPr>
              <a:t>Gotta love</a:t>
            </a:r>
          </a:p>
          <a:p>
            <a:pPr defTabSz="914309">
              <a:lnSpc>
                <a:spcPts val="11000"/>
              </a:lnSpc>
            </a:pPr>
            <a:r>
              <a:rPr lang="en-US" sz="11000" b="1" dirty="0">
                <a:solidFill>
                  <a:schemeClr val="tx2"/>
                </a:solidFill>
                <a:latin typeface="Montserrat" pitchFamily="2" charset="77"/>
              </a:rPr>
              <a:t>rectangles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69489-0862-F4F9-50BE-3B29A462BF02}"/>
              </a:ext>
            </a:extLst>
          </p:cNvPr>
          <p:cNvSpPr txBox="1"/>
          <p:nvPr/>
        </p:nvSpPr>
        <p:spPr>
          <a:xfrm>
            <a:off x="1053775" y="5245299"/>
            <a:ext cx="919522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5700"/>
              </a:lnSpc>
            </a:pPr>
            <a:r>
              <a:rPr lang="en-AU" sz="4800" dirty="0">
                <a:solidFill>
                  <a:srgbClr val="FFFFFF"/>
                </a:solidFill>
                <a:latin typeface="Montserrat Bold"/>
              </a:rPr>
              <a:t>Have a ripper day.</a:t>
            </a:r>
          </a:p>
          <a:p>
            <a:pPr defTabSz="914309">
              <a:lnSpc>
                <a:spcPts val="5700"/>
              </a:lnSpc>
            </a:pPr>
            <a:r>
              <a:rPr lang="en-AU" sz="4800" dirty="0">
                <a:solidFill>
                  <a:srgbClr val="FFFFFF"/>
                </a:solidFill>
                <a:latin typeface="Montserrat Bold"/>
              </a:rPr>
              <a:t>Onya!</a:t>
            </a:r>
            <a:endParaRPr sz="4800" dirty="0">
              <a:solidFill>
                <a:srgbClr val="FFFFFF"/>
              </a:solidFill>
              <a:latin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6F6071-D143-5891-5375-E024C9ABB2B9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</p:spTree>
    <p:extLst>
      <p:ext uri="{BB962C8B-B14F-4D97-AF65-F5344CB8AC3E}">
        <p14:creationId xmlns:p14="http://schemas.microsoft.com/office/powerpoint/2010/main" val="3763891450"/>
      </p:ext>
    </p:extLst>
  </p:cSld>
  <p:clrMapOvr>
    <a:masterClrMapping/>
  </p:clrMapOvr>
</p:sld>
</file>

<file path=ppt/theme/theme1.xml><?xml version="1.0" encoding="utf-8"?>
<a:theme xmlns:a="http://schemas.openxmlformats.org/drawingml/2006/main" name="Gawk">
  <a:themeElements>
    <a:clrScheme name="Gawk">
      <a:dk1>
        <a:srgbClr val="000000"/>
      </a:dk1>
      <a:lt1>
        <a:srgbClr val="FFFFFF"/>
      </a:lt1>
      <a:dk2>
        <a:srgbClr val="542D54"/>
      </a:dk2>
      <a:lt2>
        <a:srgbClr val="D7DF23"/>
      </a:lt2>
      <a:accent1>
        <a:srgbClr val="542D54"/>
      </a:accent1>
      <a:accent2>
        <a:srgbClr val="D7DF23"/>
      </a:accent2>
      <a:accent3>
        <a:srgbClr val="542D54"/>
      </a:accent3>
      <a:accent4>
        <a:srgbClr val="D7DF23"/>
      </a:accent4>
      <a:accent5>
        <a:srgbClr val="542D54"/>
      </a:accent5>
      <a:accent6>
        <a:srgbClr val="D7DF23"/>
      </a:accent6>
      <a:hlink>
        <a:srgbClr val="FFFFFF"/>
      </a:hlink>
      <a:folHlink>
        <a:srgbClr val="000000"/>
      </a:folHlink>
    </a:clrScheme>
    <a:fontScheme name="Gawk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a52916-d7d8-4d7a-989c-f65659b03113" xsi:nil="true"/>
    <lcf76f155ced4ddcb4097134ff3c332f xmlns="2512bde3-83ea-45d9-86ac-bc70a4300d2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05E449A0B6524CAC6EB2F4271B8840" ma:contentTypeVersion="19" ma:contentTypeDescription="Create a new document." ma:contentTypeScope="" ma:versionID="8054133ee76967ece72f988a35d42137">
  <xsd:schema xmlns:xsd="http://www.w3.org/2001/XMLSchema" xmlns:xs="http://www.w3.org/2001/XMLSchema" xmlns:p="http://schemas.microsoft.com/office/2006/metadata/properties" xmlns:ns2="2512bde3-83ea-45d9-86ac-bc70a4300d2e" xmlns:ns3="d7a52916-d7d8-4d7a-989c-f65659b03113" targetNamespace="http://schemas.microsoft.com/office/2006/metadata/properties" ma:root="true" ma:fieldsID="949b637d9a887ff48830a5eebd433412" ns2:_="" ns3:_="">
    <xsd:import namespace="2512bde3-83ea-45d9-86ac-bc70a4300d2e"/>
    <xsd:import namespace="d7a52916-d7d8-4d7a-989c-f65659b031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2bde3-83ea-45d9-86ac-bc70a430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293c0c0-a31f-4a38-81da-d26352fb7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52916-d7d8-4d7a-989c-f65659b031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fee0a1f-2fbe-43d1-b62d-320a030a344d}" ma:internalName="TaxCatchAll" ma:showField="CatchAllData" ma:web="d7a52916-d7d8-4d7a-989c-f65659b031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220F2-89A2-4939-86F1-DAD13C364619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2512bde3-83ea-45d9-86ac-bc70a4300d2e"/>
    <ds:schemaRef ds:uri="http://purl.org/dc/elements/1.1/"/>
    <ds:schemaRef ds:uri="http://schemas.openxmlformats.org/package/2006/metadata/core-properties"/>
    <ds:schemaRef ds:uri="http://purl.org/dc/dcmitype/"/>
    <ds:schemaRef ds:uri="d7a52916-d7d8-4d7a-989c-f65659b031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92F1F3-0CAA-456F-B72D-9E4CC761C3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C465D5-85EC-4EC4-9A4F-3F6A328661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12bde3-83ea-45d9-86ac-bc70a4300d2e"/>
    <ds:schemaRef ds:uri="d7a52916-d7d8-4d7a-989c-f65659b031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2902</TotalTime>
  <Words>43</Words>
  <Application>Microsoft Macintosh PowerPoint</Application>
  <PresentationFormat>Custom</PresentationFormat>
  <Paragraphs>16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Montserrat</vt:lpstr>
      <vt:lpstr>Montserrat Bold</vt:lpstr>
      <vt:lpstr>Montserrat ExtraBold</vt:lpstr>
      <vt:lpstr>Gawk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Course</dc:creator>
  <cp:lastModifiedBy>Phoebe Grant ❂ Design</cp:lastModifiedBy>
  <cp:revision>100</cp:revision>
  <dcterms:created xsi:type="dcterms:W3CDTF">2020-11-19T21:18:45Z</dcterms:created>
  <dcterms:modified xsi:type="dcterms:W3CDTF">2026-07-10T04:10:59Z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0x0101000205E449A0B6524CAC6EB2F4271B8840</vt:lpwstr>
  </property>
  <property fmtid="{D5CDD505-2E9C-101B-9397-08002B2CF9AE}" pid="3" name="MediaServiceImageTags">
    <vt:lpwstr/>
  </property>
  <property fmtid="{D5CDD505-2E9C-101B-9397-08002B2CF9AE}" pid="4" name="MSIP_Label_4828451a-1827-4ed8-9ba4-e51c1421285c_Enabled">
    <vt:lpwstr>true</vt:lpwstr>
  </property>
  <property fmtid="{D5CDD505-2E9C-101B-9397-08002B2CF9AE}" pid="5" name="MSIP_Label_4828451a-1827-4ed8-9ba4-e51c1421285c_SetDate">
    <vt:lpwstr>2025-02-16T21:50:03Z</vt:lpwstr>
  </property>
  <property fmtid="{D5CDD505-2E9C-101B-9397-08002B2CF9AE}" pid="6" name="MSIP_Label_4828451a-1827-4ed8-9ba4-e51c1421285c_Method">
    <vt:lpwstr>Standard</vt:lpwstr>
  </property>
  <property fmtid="{D5CDD505-2E9C-101B-9397-08002B2CF9AE}" pid="7" name="MSIP_Label_4828451a-1827-4ed8-9ba4-e51c1421285c_Name">
    <vt:lpwstr>Public</vt:lpwstr>
  </property>
  <property fmtid="{D5CDD505-2E9C-101B-9397-08002B2CF9AE}" pid="8" name="MSIP_Label_4828451a-1827-4ed8-9ba4-e51c1421285c_SiteId">
    <vt:lpwstr>ea8dc14e-715d-4e51-a875-2a37cd3c68ca</vt:lpwstr>
  </property>
  <property fmtid="{D5CDD505-2E9C-101B-9397-08002B2CF9AE}" pid="9" name="MSIP_Label_4828451a-1827-4ed8-9ba4-e51c1421285c_ActionId">
    <vt:lpwstr>3be39d86-df01-461e-af51-64a6dcf04002</vt:lpwstr>
  </property>
  <property fmtid="{D5CDD505-2E9C-101B-9397-08002B2CF9AE}" pid="10" name="MSIP_Label_4828451a-1827-4ed8-9ba4-e51c1421285c_ContentBits">
    <vt:lpwstr>0</vt:lpwstr>
  </property>
  <property fmtid="{D5CDD505-2E9C-101B-9397-08002B2CF9AE}" pid="11" name="MSIP_Label_4828451a-1827-4ed8-9ba4-e51c1421285c_Tag">
    <vt:lpwstr>10, 3, 0, 1</vt:lpwstr>
  </property>
</Properties>
</file>